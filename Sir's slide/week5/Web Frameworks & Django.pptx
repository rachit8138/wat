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447F8-04FE-4905-AF6F-A2E5E90763B1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1A3BD-5B52-4DDD-85F6-242FC6851E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8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1A3BD-5B52-4DDD-85F6-242FC6851E1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966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952C2-EF7E-43A5-B8E0-4CD827D94D0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D6CCF33-893D-4288-AD1C-4F0F8AF46896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61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952C2-EF7E-43A5-B8E0-4CD827D94D0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CF33-893D-4288-AD1C-4F0F8AF46896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048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952C2-EF7E-43A5-B8E0-4CD827D94D0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CF33-893D-4288-AD1C-4F0F8AF46896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48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952C2-EF7E-43A5-B8E0-4CD827D94D0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CF33-893D-4288-AD1C-4F0F8AF46896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037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952C2-EF7E-43A5-B8E0-4CD827D94D0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CF33-893D-4288-AD1C-4F0F8AF46896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782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952C2-EF7E-43A5-B8E0-4CD827D94D0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CF33-893D-4288-AD1C-4F0F8AF46896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65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952C2-EF7E-43A5-B8E0-4CD827D94D0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CF33-893D-4288-AD1C-4F0F8AF468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82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952C2-EF7E-43A5-B8E0-4CD827D94D0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CF33-893D-4288-AD1C-4F0F8AF46896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22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8B952C2-EF7E-43A5-B8E0-4CD827D94D0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CF33-893D-4288-AD1C-4F0F8AF46896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42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952C2-EF7E-43A5-B8E0-4CD827D94D0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CF33-893D-4288-AD1C-4F0F8AF46896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545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952C2-EF7E-43A5-B8E0-4CD827D94D0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CF33-893D-4288-AD1C-4F0F8AF46896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468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952C2-EF7E-43A5-B8E0-4CD827D94D0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D6CCF33-893D-4288-AD1C-4F0F8AF46896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495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AF27-F03D-2DB4-8516-4144E1ACD8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Web Frameworks &amp; Django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1E20F-C8B2-667F-1BE5-71D3248FCF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 complete introduction for web-application development.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4197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47CF-9882-5485-8C7E-72202A17B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Web Application?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F1791AE-F9C8-8FBA-72ED-1DD25ED8FEB4}"/>
              </a:ext>
            </a:extLst>
          </p:cNvPr>
          <p:cNvSpPr txBox="1">
            <a:spLocks/>
          </p:cNvSpPr>
          <p:nvPr/>
        </p:nvSpPr>
        <p:spPr>
          <a:xfrm>
            <a:off x="838200" y="1600200"/>
            <a:ext cx="98298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Software that runs on a server and is accessed via a browser.</a:t>
            </a:r>
          </a:p>
          <a:p>
            <a:r>
              <a:rPr lang="en-GB" dirty="0"/>
              <a:t>Examples: Gmail, Facebook, Online banking</a:t>
            </a:r>
          </a:p>
          <a:p>
            <a:r>
              <a:rPr lang="en-GB" dirty="0"/>
              <a:t>Two key components:</a:t>
            </a:r>
          </a:p>
          <a:p>
            <a:pPr lvl="1"/>
            <a:r>
              <a:rPr lang="en-GB" b="1" dirty="0"/>
              <a:t>Client (Browser)</a:t>
            </a:r>
            <a:endParaRPr lang="en-GB" dirty="0"/>
          </a:p>
          <a:p>
            <a:pPr lvl="1"/>
            <a:r>
              <a:rPr lang="en-GB" b="1" dirty="0"/>
              <a:t>Server (Application + Database)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5683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AA9BD-CAD3-709A-5EB8-1B5DCD4B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Web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46B2C-F621-A6C0-6CF7-6CE0777D6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Request-Response cycle</a:t>
            </a:r>
          </a:p>
          <a:p>
            <a:r>
              <a:rPr lang="en-GB" dirty="0"/>
              <a:t>Browser sends request → Server processes → Sends response</a:t>
            </a:r>
          </a:p>
          <a:p>
            <a:r>
              <a:rPr lang="en-GB" dirty="0"/>
              <a:t>Frontend: HTML, CSS, JavaScript</a:t>
            </a:r>
          </a:p>
          <a:p>
            <a:r>
              <a:rPr lang="en-GB" dirty="0"/>
              <a:t>Backend: Python, APIs, databases</a:t>
            </a:r>
          </a:p>
        </p:txBody>
      </p:sp>
    </p:spTree>
    <p:extLst>
      <p:ext uri="{BB962C8B-B14F-4D97-AF65-F5344CB8AC3E}">
        <p14:creationId xmlns:p14="http://schemas.microsoft.com/office/powerpoint/2010/main" val="2839446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956A2-472B-96F4-336A-0D89E9D8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Web Framework?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5F896-85F9-5B8A-B6A8-ABE1E729E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toolset for building web applications faster</a:t>
            </a:r>
          </a:p>
          <a:p>
            <a:r>
              <a:rPr lang="en-GB" dirty="0"/>
              <a:t>Avoids rewriting common code</a:t>
            </a:r>
          </a:p>
          <a:p>
            <a:r>
              <a:rPr lang="en-GB" dirty="0"/>
              <a:t>Provides: </a:t>
            </a:r>
          </a:p>
          <a:p>
            <a:pPr lvl="1"/>
            <a:r>
              <a:rPr lang="en-GB" dirty="0"/>
              <a:t>Routing</a:t>
            </a:r>
          </a:p>
          <a:p>
            <a:pPr lvl="1"/>
            <a:r>
              <a:rPr lang="en-GB" dirty="0"/>
              <a:t>Templating</a:t>
            </a:r>
          </a:p>
          <a:p>
            <a:pPr lvl="1"/>
            <a:r>
              <a:rPr lang="en-GB" dirty="0"/>
              <a:t>Database access</a:t>
            </a:r>
          </a:p>
          <a:p>
            <a:pPr lvl="1"/>
            <a:r>
              <a:rPr lang="en-GB" dirty="0"/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650387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34589-9730-58C2-30DD-469960FBD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of Web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EF47C-AE96-C97D-08DA-245284CF8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Faster development</a:t>
            </a:r>
          </a:p>
          <a:p>
            <a:r>
              <a:rPr lang="en-GB" dirty="0"/>
              <a:t>Consistent structure</a:t>
            </a:r>
          </a:p>
          <a:p>
            <a:r>
              <a:rPr lang="en-GB" dirty="0"/>
              <a:t>Security built-in</a:t>
            </a:r>
          </a:p>
          <a:p>
            <a:r>
              <a:rPr lang="en-GB" dirty="0"/>
              <a:t>Community support</a:t>
            </a:r>
          </a:p>
          <a:p>
            <a:r>
              <a:rPr lang="en-GB" dirty="0"/>
              <a:t>Clean separation of concerns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799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3B3F-2D1C-97FB-259C-862A6AB4F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Popular Python Web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AE2CA-75BF-E28D-19B2-0EAC008AB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Django</a:t>
            </a:r>
            <a:r>
              <a:rPr lang="en-GB" dirty="0"/>
              <a:t> (full-stack, batteries-included)</a:t>
            </a:r>
          </a:p>
          <a:p>
            <a:r>
              <a:rPr lang="en-GB" b="1" dirty="0"/>
              <a:t>Flask</a:t>
            </a:r>
            <a:r>
              <a:rPr lang="en-GB" dirty="0"/>
              <a:t> (micro-framework)</a:t>
            </a:r>
          </a:p>
          <a:p>
            <a:r>
              <a:rPr lang="en-GB" b="1" dirty="0"/>
              <a:t>Pyramid</a:t>
            </a:r>
            <a:endParaRPr lang="en-GB" dirty="0"/>
          </a:p>
          <a:p>
            <a:r>
              <a:rPr lang="en-GB" b="1" dirty="0" err="1"/>
              <a:t>FastAPI</a:t>
            </a:r>
            <a:r>
              <a:rPr lang="en-GB" dirty="0"/>
              <a:t> (modern, async)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5533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4363-8F1B-98CD-8E8B-FF87F8C8B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Django?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5C4E0-EDC6-73AC-2217-522649810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High-level Python web framework</a:t>
            </a:r>
          </a:p>
          <a:p>
            <a:r>
              <a:rPr lang="en-GB" dirty="0"/>
              <a:t>Follows </a:t>
            </a:r>
            <a:r>
              <a:rPr lang="en-GB" b="1" dirty="0"/>
              <a:t>MVT architecture</a:t>
            </a:r>
          </a:p>
          <a:p>
            <a:r>
              <a:rPr lang="en-GB" dirty="0"/>
              <a:t>Built for rapid development</a:t>
            </a:r>
          </a:p>
          <a:p>
            <a:r>
              <a:rPr lang="en-GB" dirty="0"/>
              <a:t>Features</a:t>
            </a:r>
          </a:p>
          <a:p>
            <a:pPr lvl="1"/>
            <a:r>
              <a:rPr lang="en-GB" dirty="0"/>
              <a:t>Admin panel</a:t>
            </a:r>
          </a:p>
          <a:p>
            <a:pPr lvl="1"/>
            <a:r>
              <a:rPr lang="en-GB" dirty="0"/>
              <a:t>ORM</a:t>
            </a:r>
          </a:p>
          <a:p>
            <a:pPr lvl="1"/>
            <a:r>
              <a:rPr lang="en-GB" dirty="0"/>
              <a:t>URL routing</a:t>
            </a:r>
          </a:p>
          <a:p>
            <a:pPr lvl="1"/>
            <a:r>
              <a:rPr lang="en-GB" dirty="0"/>
              <a:t>Templating</a:t>
            </a:r>
          </a:p>
          <a:p>
            <a:pPr lvl="1"/>
            <a:r>
              <a:rPr lang="en-GB" dirty="0"/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125277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2956B-045F-4964-9C2B-AFE335BC6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Django’s MVT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2F97C-FCB1-6003-0339-622E0F9C9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Model – View – Template</a:t>
            </a:r>
          </a:p>
          <a:p>
            <a:r>
              <a:rPr lang="en-GB" b="1" dirty="0"/>
              <a:t>Model:</a:t>
            </a:r>
            <a:r>
              <a:rPr lang="en-GB" dirty="0"/>
              <a:t> Database layer (ORM models)</a:t>
            </a:r>
          </a:p>
          <a:p>
            <a:r>
              <a:rPr lang="en-GB" b="1" dirty="0"/>
              <a:t>View:</a:t>
            </a:r>
            <a:r>
              <a:rPr lang="en-GB" dirty="0"/>
              <a:t> Python functions handling requests</a:t>
            </a:r>
          </a:p>
          <a:p>
            <a:r>
              <a:rPr lang="en-GB" b="1" dirty="0"/>
              <a:t>Template:</a:t>
            </a:r>
            <a:r>
              <a:rPr lang="en-GB" dirty="0"/>
              <a:t> HTML files rendered using Django template engine</a:t>
            </a:r>
          </a:p>
          <a:p>
            <a:pPr lvl="1"/>
            <a:r>
              <a:rPr lang="en-GB" dirty="0"/>
              <a:t>Django replaces “Controller” with its own built-in machinery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983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5FD2-CC7A-CEE8-9043-8323D9137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MVT Flow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D32C-D57C-8645-3C87-E20F583C3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User sends request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Django URL router decides which view handles it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View interacts with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Model fetches data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View renders a template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Browser displays result</a:t>
            </a:r>
          </a:p>
        </p:txBody>
      </p:sp>
    </p:spTree>
    <p:extLst>
      <p:ext uri="{BB962C8B-B14F-4D97-AF65-F5344CB8AC3E}">
        <p14:creationId xmlns:p14="http://schemas.microsoft.com/office/powerpoint/2010/main" val="46891975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</TotalTime>
  <Words>234</Words>
  <Application>Microsoft Office PowerPoint</Application>
  <PresentationFormat>Widescreen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Gill Sans MT</vt:lpstr>
      <vt:lpstr>Gallery</vt:lpstr>
      <vt:lpstr>Web Frameworks &amp; Django </vt:lpstr>
      <vt:lpstr>What Is a Web Application?</vt:lpstr>
      <vt:lpstr>Web Architecture</vt:lpstr>
      <vt:lpstr>What Is a Web Framework?</vt:lpstr>
      <vt:lpstr>Benefits of Web Frameworks</vt:lpstr>
      <vt:lpstr>Popular Python Web Frameworks</vt:lpstr>
      <vt:lpstr>What Is Django?</vt:lpstr>
      <vt:lpstr>Django’s MVT Architecture</vt:lpstr>
      <vt:lpstr>MVT Flow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Sushant  Singh Basnet</dc:creator>
  <cp:lastModifiedBy>Sushant  Singh Basnet</cp:lastModifiedBy>
  <cp:revision>1</cp:revision>
  <dcterms:created xsi:type="dcterms:W3CDTF">2025-11-15T13:13:33Z</dcterms:created>
  <dcterms:modified xsi:type="dcterms:W3CDTF">2025-11-15T13:14:45Z</dcterms:modified>
</cp:coreProperties>
</file>