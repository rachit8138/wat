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71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945F781-4257-41BA-8550-8AB124E12913}">
          <p14:sldIdLst>
            <p14:sldId id="256"/>
            <p14:sldId id="257"/>
            <p14:sldId id="258"/>
            <p14:sldId id="259"/>
            <p14:sldId id="260"/>
            <p14:sldId id="271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936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A468B2-C79A-4F1B-A2F0-60AF13070450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4DC286-298A-42B1-9AFC-9687ED5C0C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0413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4DC286-298A-42B1-9AFC-9687ED5C0C9E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53636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7AEE3-877A-4952-90B4-2905BA36C842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2533A70A-3420-4ADD-985D-527154FEEEDB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8729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7AEE3-877A-4952-90B4-2905BA36C842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3A70A-3420-4ADD-985D-527154FEEEDB}" type="slidenum">
              <a:rPr lang="en-GB" smtClean="0"/>
              <a:t>‹#›</a:t>
            </a:fld>
            <a:endParaRPr lang="en-GB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7099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7AEE3-877A-4952-90B4-2905BA36C842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3A70A-3420-4ADD-985D-527154FEEEDB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5850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7AEE3-877A-4952-90B4-2905BA36C842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3A70A-3420-4ADD-985D-527154FEEEDB}" type="slidenum">
              <a:rPr lang="en-GB" smtClean="0"/>
              <a:t>‹#›</a:t>
            </a:fld>
            <a:endParaRPr lang="en-GB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4507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7AEE3-877A-4952-90B4-2905BA36C842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3A70A-3420-4ADD-985D-527154FEEEDB}" type="slidenum">
              <a:rPr lang="en-GB" smtClean="0"/>
              <a:t>‹#›</a:t>
            </a:fld>
            <a:endParaRPr lang="en-GB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9017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7AEE3-877A-4952-90B4-2905BA36C842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3A70A-3420-4ADD-985D-527154FEEEDB}" type="slidenum">
              <a:rPr lang="en-GB" smtClean="0"/>
              <a:t>‹#›</a:t>
            </a:fld>
            <a:endParaRPr lang="en-GB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7156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7AEE3-877A-4952-90B4-2905BA36C842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3A70A-3420-4ADD-985D-527154FEEE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3092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7AEE3-877A-4952-90B4-2905BA36C842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3A70A-3420-4ADD-985D-527154FEEEDB}" type="slidenum">
              <a:rPr lang="en-GB" smtClean="0"/>
              <a:t>‹#›</a:t>
            </a:fld>
            <a:endParaRPr lang="en-GB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969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57A7AEE3-877A-4952-90B4-2905BA36C842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3A70A-3420-4ADD-985D-527154FEEEDB}" type="slidenum">
              <a:rPr lang="en-GB" smtClean="0"/>
              <a:t>‹#›</a:t>
            </a:fld>
            <a:endParaRPr lang="en-GB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5260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7AEE3-877A-4952-90B4-2905BA36C842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3A70A-3420-4ADD-985D-527154FEEEDB}" type="slidenum">
              <a:rPr lang="en-GB" smtClean="0"/>
              <a:t>‹#›</a:t>
            </a:fld>
            <a:endParaRPr lang="en-GB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4274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7AEE3-877A-4952-90B4-2905BA36C842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3A70A-3420-4ADD-985D-527154FEEEDB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7480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7AEE3-877A-4952-90B4-2905BA36C842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2533A70A-3420-4ADD-985D-527154FEEEDB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8340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2C6FD-1229-D3A6-F11B-860739CEC4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MVC Design Pattern</a:t>
            </a:r>
            <a:br>
              <a:rPr lang="en-GB" dirty="0"/>
            </a:b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9E0FA-2A1D-7463-5EF3-5803A0BE52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i="1" dirty="0"/>
              <a:t>Understanding Modern Web Application Architecture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13531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E1641-E7EB-F1FA-C741-81A3948E8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Are Design Patterns?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CCD1E-F4EA-7EA0-8189-1255D87B81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Reusable solutions to common programming problems</a:t>
            </a:r>
          </a:p>
          <a:p>
            <a:r>
              <a:rPr lang="en-GB" dirty="0"/>
              <a:t>Not algorithms → </a:t>
            </a:r>
            <a:r>
              <a:rPr lang="en-GB" i="1" dirty="0"/>
              <a:t>conceptual templates</a:t>
            </a:r>
            <a:endParaRPr lang="en-GB" dirty="0"/>
          </a:p>
          <a:p>
            <a:r>
              <a:rPr lang="en-GB" dirty="0"/>
              <a:t>Improve code organization, maintainability, and scalability</a:t>
            </a:r>
          </a:p>
          <a:p>
            <a:r>
              <a:rPr lang="en-GB" dirty="0"/>
              <a:t>Widely used in software engineering across languages and frameworks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66124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AA8B4-6C50-B075-F166-89234EC4C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Do We Need Design Patterns?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F0DB2E4-3B1E-7877-B84A-DB36834F7B3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11110"/>
            <a:ext cx="9556270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Prevent repeating the same structural mistakes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Bring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consistency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 across large codebases and teams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Make code easier to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maintain, test, and extend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(Body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Enable developers to communicate using common terminology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Provide time-tested solutions to recurring problems</a:t>
            </a:r>
          </a:p>
        </p:txBody>
      </p:sp>
    </p:spTree>
    <p:extLst>
      <p:ext uri="{BB962C8B-B14F-4D97-AF65-F5344CB8AC3E}">
        <p14:creationId xmlns:p14="http://schemas.microsoft.com/office/powerpoint/2010/main" val="2510163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A95FC-9B2C-6054-E049-78C6457E7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Simple Examples of Design Patterns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225CDB7-606B-0E37-08AB-72B2FDEB06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40445" y="1690688"/>
            <a:ext cx="10613355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Body"/>
              </a:rPr>
              <a:t>Singleton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Body"/>
              </a:rPr>
              <a:t> → Only one instance (e.g., a global database connection)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Body"/>
              </a:rPr>
              <a:t>Factory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Body"/>
              </a:rPr>
              <a:t> → Creates objects without exposing creation logic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Body"/>
              </a:rPr>
              <a:t>Observer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Body"/>
              </a:rPr>
              <a:t> → One object reacts to changes in another (e.g., UI updates)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Body"/>
              </a:rPr>
              <a:t>Strategy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Body"/>
              </a:rPr>
              <a:t> → Swap algorithms at runtime (e.g., sorting strategies)</a:t>
            </a:r>
          </a:p>
        </p:txBody>
      </p:sp>
    </p:spTree>
    <p:extLst>
      <p:ext uri="{BB962C8B-B14F-4D97-AF65-F5344CB8AC3E}">
        <p14:creationId xmlns:p14="http://schemas.microsoft.com/office/powerpoint/2010/main" val="1187178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9D7EF-4844-AB23-C926-BBC7213ED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 to MVC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E8699-4189-B669-3EF2-7D6BA1C74E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MVC = </a:t>
            </a:r>
            <a:r>
              <a:rPr lang="en-GB" b="1" dirty="0"/>
              <a:t>Model – View – Controller</a:t>
            </a:r>
            <a:endParaRPr lang="en-GB" dirty="0"/>
          </a:p>
          <a:p>
            <a:r>
              <a:rPr lang="en-GB" dirty="0"/>
              <a:t>Separates:</a:t>
            </a:r>
          </a:p>
          <a:p>
            <a:pPr lvl="1"/>
            <a:r>
              <a:rPr lang="en-GB" b="1" dirty="0"/>
              <a:t>Data</a:t>
            </a:r>
            <a:endParaRPr lang="en-GB" dirty="0"/>
          </a:p>
          <a:p>
            <a:pPr lvl="1"/>
            <a:r>
              <a:rPr lang="en-GB" b="1" dirty="0"/>
              <a:t>User interface</a:t>
            </a:r>
            <a:endParaRPr lang="en-GB" dirty="0"/>
          </a:p>
          <a:p>
            <a:pPr lvl="1"/>
            <a:r>
              <a:rPr lang="en-GB" b="1" dirty="0"/>
              <a:t>Application logic</a:t>
            </a:r>
            <a:endParaRPr lang="en-GB" dirty="0"/>
          </a:p>
          <a:p>
            <a:r>
              <a:rPr lang="en-GB" dirty="0"/>
              <a:t>Originated in GUI applications</a:t>
            </a:r>
          </a:p>
          <a:p>
            <a:r>
              <a:rPr lang="en-GB" dirty="0"/>
              <a:t>Foundation of most modern web frameworks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12916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54C3EF8-61D0-298C-9610-9903179119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61155" y="473213"/>
            <a:ext cx="8034130" cy="5356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7422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CF723-FE9F-AB44-6A77-35462CA6A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MVC Was a Revolution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2F5C7-120D-BC64-FF5C-9E45FD923C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Early web = HTML + CSS + JS </a:t>
            </a:r>
            <a:r>
              <a:rPr lang="en-GB" b="1" dirty="0"/>
              <a:t>mixed together</a:t>
            </a:r>
          </a:p>
          <a:p>
            <a:r>
              <a:rPr lang="en-GB" dirty="0"/>
              <a:t>Hard to maintain, scale, or collaborate on</a:t>
            </a:r>
          </a:p>
          <a:p>
            <a:r>
              <a:rPr lang="en-GB" dirty="0"/>
              <a:t>MVC brought separation of concerns</a:t>
            </a:r>
          </a:p>
          <a:p>
            <a:r>
              <a:rPr lang="en-GB" dirty="0"/>
              <a:t>Enabled large teams and complex applications</a:t>
            </a:r>
          </a:p>
          <a:p>
            <a:endParaRPr lang="en-GB" b="1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85217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0ED89-583A-5735-A3D9-76DF3984B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1CCBC-73FF-4333-51EF-14DC2F2E59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Represents the </a:t>
            </a:r>
            <a:r>
              <a:rPr lang="en-GB" b="1" dirty="0"/>
              <a:t>data</a:t>
            </a:r>
            <a:r>
              <a:rPr lang="en-GB" dirty="0"/>
              <a:t> behind the application</a:t>
            </a:r>
          </a:p>
          <a:p>
            <a:r>
              <a:rPr lang="en-GB" dirty="0"/>
              <a:t>Manages:</a:t>
            </a:r>
          </a:p>
          <a:p>
            <a:pPr lvl="1"/>
            <a:r>
              <a:rPr lang="en-GB" dirty="0"/>
              <a:t>Data structure</a:t>
            </a:r>
          </a:p>
          <a:p>
            <a:pPr lvl="1"/>
            <a:r>
              <a:rPr lang="en-GB" dirty="0"/>
              <a:t>Validation rules</a:t>
            </a:r>
          </a:p>
          <a:p>
            <a:pPr lvl="1"/>
            <a:r>
              <a:rPr lang="en-GB" dirty="0"/>
              <a:t>Reading/writing to storage</a:t>
            </a:r>
          </a:p>
          <a:p>
            <a:r>
              <a:rPr lang="en-GB" dirty="0"/>
              <a:t>Could be:</a:t>
            </a:r>
          </a:p>
          <a:p>
            <a:pPr lvl="1"/>
            <a:r>
              <a:rPr lang="en-GB" dirty="0"/>
              <a:t>Database (SQL/NoSQL)</a:t>
            </a:r>
          </a:p>
          <a:p>
            <a:pPr lvl="1"/>
            <a:r>
              <a:rPr lang="en-GB" dirty="0"/>
              <a:t>Files</a:t>
            </a:r>
          </a:p>
          <a:p>
            <a:pPr lvl="1"/>
            <a:r>
              <a:rPr lang="en-GB" dirty="0"/>
              <a:t>Remote API</a:t>
            </a:r>
          </a:p>
          <a:p>
            <a:r>
              <a:rPr lang="en-GB" dirty="0"/>
              <a:t>Independent from UI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067867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E5E02-34D4-F490-2ACC-37C0B89B3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FDF19-320A-2C22-955D-6735571097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</a:t>
            </a:r>
            <a:r>
              <a:rPr lang="en-GB" b="1" dirty="0"/>
              <a:t>presentation layer</a:t>
            </a:r>
            <a:endParaRPr lang="en-GB" dirty="0"/>
          </a:p>
          <a:p>
            <a:r>
              <a:rPr lang="en-GB" dirty="0"/>
              <a:t>Displays data from the Model</a:t>
            </a:r>
          </a:p>
          <a:p>
            <a:r>
              <a:rPr lang="en-GB" dirty="0"/>
              <a:t>Technologies: HTML, CSS, JavaScript, templates</a:t>
            </a:r>
          </a:p>
          <a:p>
            <a:r>
              <a:rPr lang="en-GB" dirty="0"/>
              <a:t>Different views for different users (tables, charts, maps)</a:t>
            </a:r>
          </a:p>
          <a:p>
            <a:r>
              <a:rPr lang="en-GB" dirty="0"/>
              <a:t>Contains </a:t>
            </a:r>
            <a:r>
              <a:rPr lang="en-GB" i="1" dirty="0"/>
              <a:t>no business logic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159805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D2BC4-DF29-4B65-D3CE-F32A0CF3F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Controller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1C70C-8535-384E-102A-4837326585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Acts as the </a:t>
            </a:r>
            <a:r>
              <a:rPr lang="en-GB" b="1" dirty="0"/>
              <a:t>middleman</a:t>
            </a:r>
            <a:r>
              <a:rPr lang="en-GB" dirty="0"/>
              <a:t> between Model &amp; View</a:t>
            </a:r>
          </a:p>
          <a:p>
            <a:r>
              <a:rPr lang="en-GB" dirty="0"/>
              <a:t>Handles user input</a:t>
            </a:r>
          </a:p>
          <a:p>
            <a:r>
              <a:rPr lang="en-GB" dirty="0"/>
              <a:t>Calls the Model to get/update data</a:t>
            </a:r>
          </a:p>
          <a:p>
            <a:r>
              <a:rPr lang="en-GB" dirty="0"/>
              <a:t>Passes data to the View</a:t>
            </a:r>
          </a:p>
          <a:p>
            <a:r>
              <a:rPr lang="en-GB" dirty="0"/>
              <a:t>Implements the </a:t>
            </a:r>
            <a:r>
              <a:rPr lang="en-GB" b="1" dirty="0"/>
              <a:t>business logic</a:t>
            </a:r>
            <a:r>
              <a:rPr lang="en-GB" dirty="0"/>
              <a:t> of the application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95027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75109-0A63-0CFF-EFAF-E4184315C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MVC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3BC36-8DD9-EE72-0713-4369208D3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User interacts with the interface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Controller processes the request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Controller gets data from the Model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Controller passes data to the View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View renders updated UI</a:t>
            </a:r>
          </a:p>
        </p:txBody>
      </p:sp>
    </p:spTree>
    <p:extLst>
      <p:ext uri="{BB962C8B-B14F-4D97-AF65-F5344CB8AC3E}">
        <p14:creationId xmlns:p14="http://schemas.microsoft.com/office/powerpoint/2010/main" val="25865241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B77D8-16F6-7B8B-D0AA-540C67E0F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MVC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5F175-CE19-094B-0B11-7E21E595AF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Separation of concerns</a:t>
            </a:r>
          </a:p>
          <a:p>
            <a:r>
              <a:rPr lang="en-GB" dirty="0"/>
              <a:t>Easier maintenance and debugging</a:t>
            </a:r>
          </a:p>
          <a:p>
            <a:r>
              <a:rPr lang="en-GB" dirty="0"/>
              <a:t>Cleaner code structure</a:t>
            </a:r>
          </a:p>
          <a:p>
            <a:r>
              <a:rPr lang="en-GB" dirty="0"/>
              <a:t>Reusable components</a:t>
            </a:r>
          </a:p>
          <a:p>
            <a:r>
              <a:rPr lang="en-GB" dirty="0"/>
              <a:t>Team members can specialize (View </a:t>
            </a:r>
            <a:r>
              <a:rPr lang="en-GB" dirty="0" err="1"/>
              <a:t>devs</a:t>
            </a:r>
            <a:r>
              <a:rPr lang="en-GB" dirty="0"/>
              <a:t>, DB </a:t>
            </a:r>
            <a:r>
              <a:rPr lang="en-GB" dirty="0" err="1"/>
              <a:t>devs</a:t>
            </a:r>
            <a:r>
              <a:rPr lang="en-GB" dirty="0"/>
              <a:t>, Backend </a:t>
            </a:r>
            <a:r>
              <a:rPr lang="en-GB" dirty="0" err="1"/>
              <a:t>devs</a:t>
            </a:r>
            <a:r>
              <a:rPr lang="en-GB" dirty="0"/>
              <a:t>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600976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ABE78-3149-823E-77AE-7DF25CA16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Real-World Examples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9F91D43-F244-E57C-A6DE-1FCC7757F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Django (MVT)</a:t>
            </a:r>
            <a:r>
              <a:rPr lang="en-GB" dirty="0"/>
              <a:t> → Template ~ View, View ~</a:t>
            </a:r>
          </a:p>
          <a:p>
            <a:r>
              <a:rPr lang="en-GB" b="1" dirty="0"/>
              <a:t>Ruby on Rails</a:t>
            </a:r>
            <a:r>
              <a:rPr lang="en-GB" dirty="0"/>
              <a:t> → Classic MVC</a:t>
            </a:r>
          </a:p>
          <a:p>
            <a:r>
              <a:rPr lang="en-GB" b="1" dirty="0"/>
              <a:t>Laravel (PHP)</a:t>
            </a:r>
            <a:r>
              <a:rPr lang="en-GB" dirty="0"/>
              <a:t> → MVC</a:t>
            </a:r>
          </a:p>
          <a:p>
            <a:r>
              <a:rPr lang="en-GB" b="1" dirty="0"/>
              <a:t>Spring Boot (Java) </a:t>
            </a:r>
            <a:r>
              <a:rPr lang="en-GB" dirty="0"/>
              <a:t>→ Often MVC + Service Layer</a:t>
            </a:r>
          </a:p>
          <a:p>
            <a:r>
              <a:rPr lang="en-GB" b="1" dirty="0"/>
              <a:t>ASP.NET MVC</a:t>
            </a:r>
            <a:r>
              <a:rPr lang="en-GB" dirty="0"/>
              <a:t> → Strong MVC architecture</a:t>
            </a:r>
          </a:p>
        </p:txBody>
      </p:sp>
    </p:spTree>
    <p:extLst>
      <p:ext uri="{BB962C8B-B14F-4D97-AF65-F5344CB8AC3E}">
        <p14:creationId xmlns:p14="http://schemas.microsoft.com/office/powerpoint/2010/main" val="22413733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95419-9760-2AFB-4B45-6B96A830F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Variations in Naming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2A750-D6CB-9D49-BFC5-063062D437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MVC is a concept, implementation varies</a:t>
            </a:r>
          </a:p>
          <a:p>
            <a:r>
              <a:rPr lang="en-GB" b="1" dirty="0"/>
              <a:t>Django views ≠ Pure MVC views</a:t>
            </a:r>
          </a:p>
          <a:p>
            <a:r>
              <a:rPr lang="en-GB" dirty="0"/>
              <a:t>Spring adds Service layer</a:t>
            </a:r>
          </a:p>
          <a:p>
            <a:r>
              <a:rPr lang="en-GB" dirty="0"/>
              <a:t>Some frameworks merge controller + view logic</a:t>
            </a:r>
          </a:p>
          <a:p>
            <a:r>
              <a:rPr lang="en-GB" dirty="0"/>
              <a:t>Core principle remains</a:t>
            </a:r>
            <a:r>
              <a:rPr lang="en-GB" b="1" dirty="0"/>
              <a:t>: separation of concerns</a:t>
            </a:r>
          </a:p>
        </p:txBody>
      </p:sp>
    </p:spTree>
    <p:extLst>
      <p:ext uri="{BB962C8B-B14F-4D97-AF65-F5344CB8AC3E}">
        <p14:creationId xmlns:p14="http://schemas.microsoft.com/office/powerpoint/2010/main" val="1233405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0787F-8D0A-C9C5-5A61-C8ACD8787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Implementing MVC (Generally)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40488-9FB6-7C59-6910-48FD9EFCB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Organize code into three distinct layers</a:t>
            </a:r>
          </a:p>
          <a:p>
            <a:r>
              <a:rPr lang="en-GB" dirty="0"/>
              <a:t>Models = data logic</a:t>
            </a:r>
          </a:p>
          <a:p>
            <a:r>
              <a:rPr lang="en-GB" dirty="0"/>
              <a:t>Controllers = business logic + routing</a:t>
            </a:r>
          </a:p>
          <a:p>
            <a:r>
              <a:rPr lang="en-GB" dirty="0"/>
              <a:t>Views = display logic</a:t>
            </a:r>
          </a:p>
          <a:p>
            <a:r>
              <a:rPr lang="en-GB" dirty="0"/>
              <a:t>Any language can implement MVC (Python, Java, JS runtime, PHP)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673825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F1676-40D8-D3F1-8E96-6CA70F5E5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441D2A5-2069-E354-AE86-0CAD05854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MVC separates </a:t>
            </a:r>
            <a:r>
              <a:rPr lang="en-GB" b="1" dirty="0"/>
              <a:t>Model</a:t>
            </a:r>
            <a:r>
              <a:rPr lang="en-GB" dirty="0"/>
              <a:t>, </a:t>
            </a:r>
            <a:r>
              <a:rPr lang="en-GB" b="1" dirty="0"/>
              <a:t>View</a:t>
            </a:r>
            <a:r>
              <a:rPr lang="en-GB" dirty="0"/>
              <a:t>, </a:t>
            </a:r>
            <a:r>
              <a:rPr lang="en-GB" b="1" dirty="0"/>
              <a:t>Controller</a:t>
            </a:r>
          </a:p>
          <a:p>
            <a:r>
              <a:rPr lang="en-GB" dirty="0"/>
              <a:t>Encourages clarity, organization, maintainability</a:t>
            </a:r>
          </a:p>
          <a:p>
            <a:r>
              <a:rPr lang="en-GB" dirty="0"/>
              <a:t>Powers most modern web frameworks</a:t>
            </a:r>
          </a:p>
          <a:p>
            <a:r>
              <a:rPr lang="en-GB" dirty="0"/>
              <a:t>Critical foundation for scalable application development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9614048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14</TotalTime>
  <Words>508</Words>
  <Application>Microsoft Office PowerPoint</Application>
  <PresentationFormat>Widescreen</PresentationFormat>
  <Paragraphs>90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(Body)</vt:lpstr>
      <vt:lpstr>Calibri Body</vt:lpstr>
      <vt:lpstr>Gill Sans MT</vt:lpstr>
      <vt:lpstr>Gallery</vt:lpstr>
      <vt:lpstr>MVC Design Pattern </vt:lpstr>
      <vt:lpstr>What Are Design Patterns?</vt:lpstr>
      <vt:lpstr>Why Do We Need Design Patterns?</vt:lpstr>
      <vt:lpstr>Simple Examples of Design Patterns</vt:lpstr>
      <vt:lpstr>Introduction to MVC</vt:lpstr>
      <vt:lpstr>PowerPoint Presentation</vt:lpstr>
      <vt:lpstr>Why MVC Was a Revolution</vt:lpstr>
      <vt:lpstr>The Model</vt:lpstr>
      <vt:lpstr>The View</vt:lpstr>
      <vt:lpstr>The Controller</vt:lpstr>
      <vt:lpstr>MVC Workflow</vt:lpstr>
      <vt:lpstr>Why MVC Matters</vt:lpstr>
      <vt:lpstr>Real-World Examples</vt:lpstr>
      <vt:lpstr>Variations in Naming</vt:lpstr>
      <vt:lpstr>Implementing MVC (Generally)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Sushant  Singh Basnet</dc:creator>
  <cp:lastModifiedBy>Sushant  Singh Basnet</cp:lastModifiedBy>
  <cp:revision>2</cp:revision>
  <dcterms:created xsi:type="dcterms:W3CDTF">2025-11-15T12:18:02Z</dcterms:created>
  <dcterms:modified xsi:type="dcterms:W3CDTF">2025-11-15T12:32:17Z</dcterms:modified>
</cp:coreProperties>
</file>