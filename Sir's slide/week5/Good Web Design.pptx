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9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39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46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3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3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1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0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5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55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5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64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8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Web Design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Web design focuses on usability, clarity, accessibility</a:t>
            </a:r>
          </a:p>
          <a:p>
            <a:r>
              <a:rPr dirty="0"/>
              <a:t>Front-end vs back-end perspectives</a:t>
            </a:r>
          </a:p>
          <a:p>
            <a:r>
              <a:rPr dirty="0"/>
              <a:t>Good design is opinion-driven but guided by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1990s web: slow bandwidth, static pages</a:t>
            </a:r>
          </a:p>
          <a:p>
            <a:r>
              <a:rPr dirty="0"/>
              <a:t>Browser wars → inconsistent rendering</a:t>
            </a:r>
          </a:p>
          <a:p>
            <a:r>
              <a:rPr dirty="0"/>
              <a:t>Limited formats &amp; lower‑resolution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 internet speeds</a:t>
            </a:r>
          </a:p>
          <a:p>
            <a:r>
              <a:t>Common rendering engines across browsers</a:t>
            </a:r>
          </a:p>
          <a:p>
            <a:r>
              <a:t>Flexible image formats</a:t>
            </a:r>
          </a:p>
          <a:p>
            <a:r>
              <a:t>Mobile-first, portrait‑oriented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 &amp; Opinion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Design is subjective—no strict rules</a:t>
            </a:r>
          </a:p>
          <a:p>
            <a:r>
              <a:rPr dirty="0"/>
              <a:t>"We know good design when we see it"</a:t>
            </a:r>
          </a:p>
          <a:p>
            <a:r>
              <a:rPr dirty="0"/>
              <a:t>First impressions formed within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Principle: Don’t Make Users 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Usability comes first</a:t>
            </a:r>
          </a:p>
          <a:p>
            <a:r>
              <a:rPr dirty="0"/>
              <a:t>Users should accomplish tasks without confusion</a:t>
            </a:r>
          </a:p>
          <a:p>
            <a:r>
              <a:rPr dirty="0"/>
              <a:t>Use TETO: Test Early, Test Often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Principle: Don’t Break the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Respect Back button behavior</a:t>
            </a:r>
          </a:p>
          <a:p>
            <a:r>
              <a:rPr dirty="0"/>
              <a:t>Allow font scaling—avoid fixed sizes</a:t>
            </a:r>
          </a:p>
          <a:p>
            <a:r>
              <a:rPr dirty="0"/>
              <a:t>Maintain browser‑native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Principle: Don’t Test Users’ Patience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Avoid intrusive pop-ups</a:t>
            </a:r>
          </a:p>
          <a:p>
            <a:r>
              <a:rPr dirty="0"/>
              <a:t>Simplify user flows</a:t>
            </a:r>
          </a:p>
          <a:p>
            <a:r>
              <a:rPr dirty="0"/>
              <a:t>Minimize required input; consider social 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Use alt text; avoid text-as-images</a:t>
            </a:r>
          </a:p>
          <a:p>
            <a:r>
              <a:rPr dirty="0"/>
              <a:t>Don’t rely only on color</a:t>
            </a:r>
          </a:p>
          <a:p>
            <a:r>
              <a:rPr dirty="0"/>
              <a:t>Use semantic HTML (nav, header, footer)</a:t>
            </a:r>
          </a:p>
          <a:p>
            <a:r>
              <a:rPr dirty="0"/>
              <a:t>Follow WCAG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 the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Different users → different expectations</a:t>
            </a:r>
          </a:p>
          <a:p>
            <a:r>
              <a:t>Tone, fonts, colors depend on target group</a:t>
            </a:r>
          </a:p>
          <a:p>
            <a:r>
              <a:t>Sites may need to serve multiple groups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 around what users want to achieve</a:t>
            </a:r>
          </a:p>
          <a:p>
            <a:r>
              <a:t>Guide users through intuitive flows</a:t>
            </a:r>
          </a:p>
          <a:p>
            <a:r>
              <a:t>Similar to supermarket journey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Logo top-left → home</a:t>
            </a:r>
          </a:p>
          <a:p>
            <a:r>
              <a:t>Nav top or left; common icons (search, settings)</a:t>
            </a:r>
          </a:p>
          <a:p>
            <a:r>
              <a:t>Mobile patterns: burger menu, pull‑to‑refresh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Follow organization brand guidelines</a:t>
            </a:r>
          </a:p>
          <a:p>
            <a:r>
              <a:t>Consistent colors, fonts, tone</a:t>
            </a:r>
          </a:p>
          <a:p>
            <a:r>
              <a:t>Use proper web fonts (e.g., Google Fonts)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Keep it simple</a:t>
            </a:r>
          </a:p>
          <a:p>
            <a:r>
              <a:t>Avoid unnecessary features</a:t>
            </a:r>
          </a:p>
          <a:p>
            <a:r>
              <a:t>Successful sites evolve slowly</a:t>
            </a:r>
          </a:p>
          <a:p>
            <a:r>
              <a:t>Users determine design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291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Good Web Design – Overview</vt:lpstr>
      <vt:lpstr>Historical Context</vt:lpstr>
      <vt:lpstr>Modern Assumptions</vt:lpstr>
      <vt:lpstr>Intuition &amp; Opinion</vt:lpstr>
      <vt:lpstr>Principle: Don’t Make Users Think</vt:lpstr>
      <vt:lpstr>Principle: Don’t Break the Browser</vt:lpstr>
      <vt:lpstr>Principle: Don’t Test Users’ Patience</vt:lpstr>
      <vt:lpstr>Accessibility</vt:lpstr>
      <vt:lpstr>Know the Audience</vt:lpstr>
      <vt:lpstr>User Journey</vt:lpstr>
      <vt:lpstr>Conventions</vt:lpstr>
      <vt:lpstr>Branding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Sushant  Singh Basnet</cp:lastModifiedBy>
  <cp:revision>2</cp:revision>
  <dcterms:created xsi:type="dcterms:W3CDTF">2013-01-27T09:14:16Z</dcterms:created>
  <dcterms:modified xsi:type="dcterms:W3CDTF">2025-11-15T12:56:35Z</dcterms:modified>
  <cp:category/>
</cp:coreProperties>
</file>