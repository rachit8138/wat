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43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45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25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07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95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2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3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15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33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98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D37B1-2730-4E62-9EF2-77EBE3C482C6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74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E07E-BC38-FAA1-B31A-B90A220290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IoC, ORM, and Peewee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D3372-CDF8-5A52-1902-4905B9EB6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2741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5ADE-5271-4964-54FD-C1F5B52F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Inversion of Control (IoC)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72812-1808-6F58-CD18-B868C947B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design principle where framework controls the flow, not you</a:t>
            </a:r>
          </a:p>
          <a:p>
            <a:r>
              <a:rPr lang="en-GB" dirty="0"/>
              <a:t>You write components, framework decides when they run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Django calls your view functions</a:t>
            </a:r>
          </a:p>
          <a:p>
            <a:pPr lvl="1"/>
            <a:r>
              <a:rPr lang="en-GB" dirty="0"/>
              <a:t>URL dispatcher triggers appropriate code</a:t>
            </a:r>
          </a:p>
        </p:txBody>
      </p:sp>
    </p:spTree>
    <p:extLst>
      <p:ext uri="{BB962C8B-B14F-4D97-AF65-F5344CB8AC3E}">
        <p14:creationId xmlns:p14="http://schemas.microsoft.com/office/powerpoint/2010/main" val="282206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5A32-9954-6900-9B9D-374991A3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4273A-4707-2282-2A23-F4B8C1E19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47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0496-AB77-D5F9-E311-B241F2A5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Injection (DI)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92CCC-D85E-0EDE-8E35-4C6EA6FE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form of IoC</a:t>
            </a:r>
          </a:p>
          <a:p>
            <a:r>
              <a:rPr lang="en-GB" dirty="0"/>
              <a:t>Provides dependencies automatically</a:t>
            </a:r>
          </a:p>
          <a:p>
            <a:r>
              <a:rPr lang="en-GB" dirty="0"/>
              <a:t>Promotes modular and testable code</a:t>
            </a:r>
          </a:p>
          <a:p>
            <a:r>
              <a:rPr lang="en-GB" dirty="0"/>
              <a:t>Used heavily in modern frameworks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52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2D01-5A16-B278-ABA6-6B94BD93B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4B786-3104-4FFC-9E67-D06171D16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Object-Relational Mapper</a:t>
            </a:r>
          </a:p>
          <a:p>
            <a:r>
              <a:rPr lang="en-GB" dirty="0"/>
              <a:t>Converts database tables ↔ Python objects</a:t>
            </a:r>
          </a:p>
          <a:p>
            <a:r>
              <a:rPr lang="en-GB" dirty="0"/>
              <a:t>Avoids writing SQL manually</a:t>
            </a:r>
          </a:p>
          <a:p>
            <a:r>
              <a:rPr lang="en-GB" dirty="0"/>
              <a:t>Examples: </a:t>
            </a:r>
          </a:p>
          <a:p>
            <a:pPr lvl="1"/>
            <a:r>
              <a:rPr lang="en-GB" dirty="0"/>
              <a:t>Django ORM</a:t>
            </a:r>
          </a:p>
          <a:p>
            <a:pPr lvl="1"/>
            <a:r>
              <a:rPr lang="en-GB" dirty="0" err="1"/>
              <a:t>SQLAlchemy</a:t>
            </a:r>
            <a:endParaRPr lang="en-GB" dirty="0"/>
          </a:p>
          <a:p>
            <a:pPr lvl="1"/>
            <a:r>
              <a:rPr lang="en-GB" dirty="0"/>
              <a:t>Peewee</a:t>
            </a:r>
          </a:p>
        </p:txBody>
      </p:sp>
    </p:spTree>
    <p:extLst>
      <p:ext uri="{BB962C8B-B14F-4D97-AF65-F5344CB8AC3E}">
        <p14:creationId xmlns:p14="http://schemas.microsoft.com/office/powerpoint/2010/main" val="406063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A979-2D44-49B4-DF3B-6F1DF4B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63E3B-5C12-9285-9B44-64292D471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Cleaner code</a:t>
            </a:r>
          </a:p>
          <a:p>
            <a:r>
              <a:rPr lang="en-GB" dirty="0"/>
              <a:t>Database independence</a:t>
            </a:r>
          </a:p>
          <a:p>
            <a:r>
              <a:rPr lang="en-GB" dirty="0"/>
              <a:t>Prevents SQL injection</a:t>
            </a:r>
          </a:p>
          <a:p>
            <a:r>
              <a:rPr lang="en-GB" dirty="0"/>
              <a:t>Easier migrations</a:t>
            </a:r>
          </a:p>
          <a:p>
            <a:r>
              <a:rPr lang="en-GB" dirty="0"/>
              <a:t>More productive development</a:t>
            </a:r>
          </a:p>
        </p:txBody>
      </p:sp>
    </p:spTree>
    <p:extLst>
      <p:ext uri="{BB962C8B-B14F-4D97-AF65-F5344CB8AC3E}">
        <p14:creationId xmlns:p14="http://schemas.microsoft.com/office/powerpoint/2010/main" val="357956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6546-221B-0CB1-557F-104F6753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Migrations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EF39-8284-705F-3D17-2CACB2D1A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Version control for your database</a:t>
            </a:r>
          </a:p>
          <a:p>
            <a:r>
              <a:rPr lang="en-GB" dirty="0"/>
              <a:t>Let’s you:</a:t>
            </a:r>
          </a:p>
          <a:p>
            <a:pPr lvl="1"/>
            <a:r>
              <a:rPr lang="en-GB" dirty="0"/>
              <a:t>Create tables</a:t>
            </a:r>
          </a:p>
          <a:p>
            <a:pPr lvl="1"/>
            <a:r>
              <a:rPr lang="en-GB" dirty="0"/>
              <a:t>Update schemas</a:t>
            </a:r>
          </a:p>
          <a:p>
            <a:pPr lvl="1"/>
            <a:r>
              <a:rPr lang="en-GB" dirty="0"/>
              <a:t>Add/remove columns</a:t>
            </a:r>
          </a:p>
          <a:p>
            <a:r>
              <a:rPr lang="en-GB" dirty="0"/>
              <a:t>Avoids manually editing databases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808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0911-B682-881F-CCF9-890640F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Popular Migration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491F8-F3A4-A980-4E7A-2622573FF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Django Migrations</a:t>
            </a:r>
          </a:p>
          <a:p>
            <a:r>
              <a:rPr lang="en-GB" dirty="0"/>
              <a:t>Alembic (</a:t>
            </a:r>
            <a:r>
              <a:rPr lang="en-GB" dirty="0" err="1"/>
              <a:t>SQLAlchemy</a:t>
            </a:r>
            <a:r>
              <a:rPr lang="en-GB" dirty="0"/>
              <a:t>)</a:t>
            </a:r>
          </a:p>
          <a:p>
            <a:r>
              <a:rPr lang="en-GB" dirty="0"/>
              <a:t>Peewee-Migrate (for Peewee)</a:t>
            </a:r>
          </a:p>
          <a:p>
            <a:r>
              <a:rPr lang="en-GB" dirty="0"/>
              <a:t>Autogenerated OR user-written migrations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421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287C-0676-6CC7-2BA3-61A9EAEB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Peewee ORM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2D04-A781-ADE9-6D60-1806D164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Lightweight, fast ORM for Python</a:t>
            </a:r>
          </a:p>
          <a:p>
            <a:r>
              <a:rPr lang="en-GB" dirty="0"/>
              <a:t>Works with:</a:t>
            </a:r>
          </a:p>
          <a:p>
            <a:pPr lvl="1"/>
            <a:r>
              <a:rPr lang="en-GB" dirty="0"/>
              <a:t>SQLite</a:t>
            </a:r>
          </a:p>
          <a:p>
            <a:pPr lvl="1"/>
            <a:r>
              <a:rPr lang="en-GB" dirty="0"/>
              <a:t>MySQL</a:t>
            </a:r>
          </a:p>
          <a:p>
            <a:pPr lvl="1"/>
            <a:r>
              <a:rPr lang="en-GB" dirty="0"/>
              <a:t>PostgreSQL</a:t>
            </a:r>
          </a:p>
          <a:p>
            <a:r>
              <a:rPr lang="en-GB" dirty="0"/>
              <a:t>Good for small-to-medium applications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8044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29CB-EAF2-AF22-B91E-2EE37824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Peewee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B5278-B66A-09D7-47CC-96153C7BD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Simple model definitions</a:t>
            </a:r>
          </a:p>
          <a:p>
            <a:r>
              <a:rPr lang="en-GB" dirty="0"/>
              <a:t>Query building</a:t>
            </a:r>
          </a:p>
          <a:p>
            <a:r>
              <a:rPr lang="en-GB" dirty="0"/>
              <a:t>Relationships</a:t>
            </a:r>
          </a:p>
          <a:p>
            <a:r>
              <a:rPr lang="en-GB" dirty="0"/>
              <a:t>Migrations (via peewee-migrate)</a:t>
            </a:r>
          </a:p>
          <a:p>
            <a:r>
              <a:rPr lang="en-GB" dirty="0"/>
              <a:t>Transaction support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7581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F3FE-1A53-D3A7-077A-E60CCD0E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Peewee Model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8355-DF92-51D1-8534-4E6C8F05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class User(</a:t>
            </a:r>
            <a:r>
              <a:rPr lang="en-GB" dirty="0" err="1"/>
              <a:t>BaseModel</a:t>
            </a:r>
            <a:r>
              <a:rPr lang="en-GB" dirty="0"/>
              <a:t>):</a:t>
            </a:r>
          </a:p>
          <a:p>
            <a:pPr marL="0" indent="0">
              <a:buNone/>
            </a:pPr>
            <a:r>
              <a:rPr lang="en-GB" dirty="0"/>
              <a:t>    name = </a:t>
            </a:r>
            <a:r>
              <a:rPr lang="en-GB" dirty="0" err="1"/>
              <a:t>CharField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n-GB" dirty="0"/>
              <a:t>    email = </a:t>
            </a:r>
            <a:r>
              <a:rPr lang="en-GB" dirty="0" err="1"/>
              <a:t>CharField</a:t>
            </a:r>
            <a:r>
              <a:rPr lang="en-GB" dirty="0"/>
              <a:t>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5193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ED1C-87B3-F5FC-81AA-44B12579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Peewee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04AA3-05D8-529B-8D83-51E21D47F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Create: </a:t>
            </a:r>
            <a:r>
              <a:rPr lang="en-GB" dirty="0" err="1"/>
              <a:t>User.create</a:t>
            </a:r>
            <a:r>
              <a:rPr lang="en-GB" dirty="0"/>
              <a:t>(name="Alice")</a:t>
            </a:r>
          </a:p>
          <a:p>
            <a:r>
              <a:rPr lang="en-GB" dirty="0"/>
              <a:t>Read: </a:t>
            </a:r>
            <a:r>
              <a:rPr lang="en-GB" dirty="0" err="1"/>
              <a:t>User.select</a:t>
            </a:r>
            <a:r>
              <a:rPr lang="en-GB" dirty="0"/>
              <a:t>()</a:t>
            </a:r>
          </a:p>
          <a:p>
            <a:r>
              <a:rPr lang="en-GB" dirty="0"/>
              <a:t>Update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User.update</a:t>
            </a:r>
            <a:r>
              <a:rPr lang="en-GB" dirty="0"/>
              <a:t>(name="Bob")</a:t>
            </a:r>
          </a:p>
          <a:p>
            <a:r>
              <a:rPr lang="en-GB" dirty="0"/>
              <a:t>Delete: </a:t>
            </a:r>
            <a:r>
              <a:rPr lang="en-GB" dirty="0" err="1"/>
              <a:t>User.delete</a:t>
            </a:r>
            <a:r>
              <a:rPr lang="en-GB" dirty="0"/>
              <a:t>().where(User.id == 1)</a:t>
            </a:r>
          </a:p>
        </p:txBody>
      </p:sp>
    </p:spTree>
    <p:extLst>
      <p:ext uri="{BB962C8B-B14F-4D97-AF65-F5344CB8AC3E}">
        <p14:creationId xmlns:p14="http://schemas.microsoft.com/office/powerpoint/2010/main" val="3805922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050E-A4F9-182A-A6FF-8E6B99E5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SQLite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F2A8B-6FF4-27BD-F762-F21735415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Lightweight, file-based database</a:t>
            </a:r>
          </a:p>
          <a:p>
            <a:r>
              <a:rPr lang="en-GB" dirty="0"/>
              <a:t>No server required</a:t>
            </a:r>
          </a:p>
          <a:p>
            <a:r>
              <a:rPr lang="en-GB" dirty="0"/>
              <a:t>Ideal for: </a:t>
            </a:r>
          </a:p>
          <a:p>
            <a:pPr lvl="1"/>
            <a:r>
              <a:rPr lang="en-GB" dirty="0"/>
              <a:t>Development</a:t>
            </a:r>
          </a:p>
          <a:p>
            <a:pPr lvl="1"/>
            <a:r>
              <a:rPr lang="en-GB" dirty="0"/>
              <a:t>Small applications</a:t>
            </a:r>
          </a:p>
          <a:p>
            <a:pPr lvl="1"/>
            <a:r>
              <a:rPr lang="en-GB" dirty="0"/>
              <a:t>Local storage</a:t>
            </a:r>
          </a:p>
          <a:p>
            <a:r>
              <a:rPr lang="en-GB" dirty="0"/>
              <a:t>Extremely widely supported</a:t>
            </a:r>
          </a:p>
        </p:txBody>
      </p:sp>
    </p:spTree>
    <p:extLst>
      <p:ext uri="{BB962C8B-B14F-4D97-AF65-F5344CB8AC3E}">
        <p14:creationId xmlns:p14="http://schemas.microsoft.com/office/powerpoint/2010/main" val="988067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408C-273A-8585-5FFD-01F1A70D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SQLite for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4C48-863F-D285-242C-A7843F1DE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Zero configuration</a:t>
            </a:r>
          </a:p>
          <a:p>
            <a:r>
              <a:rPr lang="en-GB" dirty="0"/>
              <a:t>Easy to inspect</a:t>
            </a:r>
          </a:p>
          <a:p>
            <a:r>
              <a:rPr lang="en-GB" dirty="0"/>
              <a:t>Portable (single file)</a:t>
            </a:r>
          </a:p>
          <a:p>
            <a:r>
              <a:rPr lang="en-GB" dirty="0"/>
              <a:t>Works seamlessly with ORMs</a:t>
            </a:r>
          </a:p>
        </p:txBody>
      </p:sp>
    </p:spTree>
    <p:extLst>
      <p:ext uri="{BB962C8B-B14F-4D97-AF65-F5344CB8AC3E}">
        <p14:creationId xmlns:p14="http://schemas.microsoft.com/office/powerpoint/2010/main" val="850272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5C37-2152-19B6-9308-642BCA05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3B67-F81E-2A68-2BB5-5EA860B6F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Django = Full-stack web framework using MVT</a:t>
            </a:r>
          </a:p>
          <a:p>
            <a:r>
              <a:rPr lang="en-GB" dirty="0"/>
              <a:t>IoC = Framework manages flow</a:t>
            </a:r>
          </a:p>
          <a:p>
            <a:r>
              <a:rPr lang="en-GB" dirty="0"/>
              <a:t>ORM = Database abstraction</a:t>
            </a:r>
          </a:p>
          <a:p>
            <a:r>
              <a:rPr lang="en-GB" dirty="0"/>
              <a:t>Peewee = Lightweight Python ORM</a:t>
            </a:r>
          </a:p>
          <a:p>
            <a:r>
              <a:rPr lang="en-GB" dirty="0"/>
              <a:t>Migrations = Database version control</a:t>
            </a:r>
          </a:p>
          <a:p>
            <a:r>
              <a:rPr lang="en-GB" dirty="0"/>
              <a:t>SQLite = Simple database for learning</a:t>
            </a:r>
          </a:p>
        </p:txBody>
      </p:sp>
    </p:spTree>
    <p:extLst>
      <p:ext uri="{BB962C8B-B14F-4D97-AF65-F5344CB8AC3E}">
        <p14:creationId xmlns:p14="http://schemas.microsoft.com/office/powerpoint/2010/main" val="309110644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311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IoC, ORM, and Peewee</vt:lpstr>
      <vt:lpstr>Inversion of Control (IoC)</vt:lpstr>
      <vt:lpstr>PowerPoint Presentation</vt:lpstr>
      <vt:lpstr>Dependency Injection (DI)</vt:lpstr>
      <vt:lpstr>What Is an ORM?</vt:lpstr>
      <vt:lpstr>Benefits of ORMs</vt:lpstr>
      <vt:lpstr>Database Migrations</vt:lpstr>
      <vt:lpstr>Popular Migration Tools</vt:lpstr>
      <vt:lpstr>Peewee ORM Overview</vt:lpstr>
      <vt:lpstr>Peewee Features</vt:lpstr>
      <vt:lpstr>Peewee Model Example</vt:lpstr>
      <vt:lpstr>Peewee CRUD operations</vt:lpstr>
      <vt:lpstr>SQLite Overview</vt:lpstr>
      <vt:lpstr>Why SQLite for Learning?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  Singh Basnet</dc:creator>
  <cp:lastModifiedBy>Sushant  Singh Basnet</cp:lastModifiedBy>
  <cp:revision>2</cp:revision>
  <dcterms:created xsi:type="dcterms:W3CDTF">2025-11-15T13:25:41Z</dcterms:created>
  <dcterms:modified xsi:type="dcterms:W3CDTF">2025-11-15T13:25:52Z</dcterms:modified>
</cp:coreProperties>
</file>