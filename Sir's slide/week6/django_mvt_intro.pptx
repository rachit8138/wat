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68" r:id="rId5"/>
    <p:sldId id="267" r:id="rId6"/>
    <p:sldId id="269" r:id="rId7"/>
    <p:sldId id="270" r:id="rId8"/>
    <p:sldId id="271" r:id="rId9"/>
    <p:sldId id="258" r:id="rId10"/>
    <p:sldId id="259" r:id="rId11"/>
    <p:sldId id="265" r:id="rId12"/>
    <p:sldId id="266" r:id="rId13"/>
    <p:sldId id="260" r:id="rId14"/>
    <p:sldId id="261" r:id="rId15"/>
    <p:sldId id="262" r:id="rId16"/>
    <p:sldId id="26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9"/>
    <p:restoredTop sz="94682"/>
  </p:normalViewPr>
  <p:slideViewPr>
    <p:cSldViewPr snapToGrid="0" snapToObjects="1">
      <p:cViewPr>
        <p:scale>
          <a:sx n="79" d="100"/>
          <a:sy n="79" d="100"/>
        </p:scale>
        <p:origin x="944" y="8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35ECB7-B3CD-4B31-95BE-1A77E3A1364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B7A6FD8-13F2-41BA-8AD8-5FD5E1112B3B}">
      <dgm:prSet/>
      <dgm:spPr/>
      <dgm:t>
        <a:bodyPr/>
        <a:lstStyle/>
        <a:p>
          <a:r>
            <a:rPr lang="en-US" b="1"/>
            <a:t>Model</a:t>
          </a:r>
          <a:r>
            <a:rPr lang="en-US"/>
            <a:t> → Python classes representing database tables (ORM).</a:t>
          </a:r>
        </a:p>
      </dgm:t>
    </dgm:pt>
    <dgm:pt modelId="{C7D41BFA-5198-4241-A4FF-6DB1530B44A0}" type="parTrans" cxnId="{D30839E6-8A02-47D9-A611-E0DAB4E91313}">
      <dgm:prSet/>
      <dgm:spPr/>
      <dgm:t>
        <a:bodyPr/>
        <a:lstStyle/>
        <a:p>
          <a:endParaRPr lang="en-US"/>
        </a:p>
      </dgm:t>
    </dgm:pt>
    <dgm:pt modelId="{52AD76AF-3E1F-4E44-9940-5D7D622F9353}" type="sibTrans" cxnId="{D30839E6-8A02-47D9-A611-E0DAB4E91313}">
      <dgm:prSet/>
      <dgm:spPr/>
      <dgm:t>
        <a:bodyPr/>
        <a:lstStyle/>
        <a:p>
          <a:endParaRPr lang="en-US"/>
        </a:p>
      </dgm:t>
    </dgm:pt>
    <dgm:pt modelId="{43397637-20D8-4901-9344-9DC8146166D1}">
      <dgm:prSet/>
      <dgm:spPr/>
      <dgm:t>
        <a:bodyPr/>
        <a:lstStyle/>
        <a:p>
          <a:r>
            <a:rPr lang="en-US" b="1"/>
            <a:t>View</a:t>
          </a:r>
          <a:r>
            <a:rPr lang="en-US"/>
            <a:t> → Functions handling web requests and responses. Django replaces the traditional MVC “Controller” with the </a:t>
          </a:r>
          <a:r>
            <a:rPr lang="en-US" b="1"/>
            <a:t>View</a:t>
          </a:r>
          <a:r>
            <a:rPr lang="en-US"/>
            <a:t>.</a:t>
          </a:r>
        </a:p>
      </dgm:t>
    </dgm:pt>
    <dgm:pt modelId="{9D17AD58-3780-40C6-AA41-7358107D88B8}" type="parTrans" cxnId="{8B00A930-9D92-4F56-A887-F616F0B83935}">
      <dgm:prSet/>
      <dgm:spPr/>
      <dgm:t>
        <a:bodyPr/>
        <a:lstStyle/>
        <a:p>
          <a:endParaRPr lang="en-US"/>
        </a:p>
      </dgm:t>
    </dgm:pt>
    <dgm:pt modelId="{43116D4E-B0AD-421C-9A21-771D7423BF74}" type="sibTrans" cxnId="{8B00A930-9D92-4F56-A887-F616F0B83935}">
      <dgm:prSet/>
      <dgm:spPr/>
      <dgm:t>
        <a:bodyPr/>
        <a:lstStyle/>
        <a:p>
          <a:endParaRPr lang="en-US"/>
        </a:p>
      </dgm:t>
    </dgm:pt>
    <dgm:pt modelId="{728DE050-21EF-4910-AB0A-005D2D1DE8A2}">
      <dgm:prSet/>
      <dgm:spPr/>
      <dgm:t>
        <a:bodyPr/>
        <a:lstStyle/>
        <a:p>
          <a:r>
            <a:rPr lang="en-US" b="1"/>
            <a:t>Template</a:t>
          </a:r>
          <a:r>
            <a:rPr lang="en-US"/>
            <a:t> → HTML files with placeholders to display data.</a:t>
          </a:r>
        </a:p>
      </dgm:t>
    </dgm:pt>
    <dgm:pt modelId="{6FB051FC-8BBD-492F-BE07-6F061FA4BBF7}" type="parTrans" cxnId="{F75FA75D-AFE6-481F-B629-2EB3AD85CB55}">
      <dgm:prSet/>
      <dgm:spPr/>
      <dgm:t>
        <a:bodyPr/>
        <a:lstStyle/>
        <a:p>
          <a:endParaRPr lang="en-US"/>
        </a:p>
      </dgm:t>
    </dgm:pt>
    <dgm:pt modelId="{9F0E64CD-CEC1-43F4-9A8A-3FCDF8648BC6}" type="sibTrans" cxnId="{F75FA75D-AFE6-481F-B629-2EB3AD85CB55}">
      <dgm:prSet/>
      <dgm:spPr/>
      <dgm:t>
        <a:bodyPr/>
        <a:lstStyle/>
        <a:p>
          <a:endParaRPr lang="en-US"/>
        </a:p>
      </dgm:t>
    </dgm:pt>
    <dgm:pt modelId="{08CB7096-B1EA-4447-A26E-0E35ACBF3B39}" type="pres">
      <dgm:prSet presAssocID="{3B35ECB7-B3CD-4B31-95BE-1A77E3A13646}" presName="root" presStyleCnt="0">
        <dgm:presLayoutVars>
          <dgm:dir/>
          <dgm:resizeHandles val="exact"/>
        </dgm:presLayoutVars>
      </dgm:prSet>
      <dgm:spPr/>
    </dgm:pt>
    <dgm:pt modelId="{E7118BD9-2E04-4768-8CEF-FEB68D3E296B}" type="pres">
      <dgm:prSet presAssocID="{1B7A6FD8-13F2-41BA-8AD8-5FD5E1112B3B}" presName="compNode" presStyleCnt="0"/>
      <dgm:spPr/>
    </dgm:pt>
    <dgm:pt modelId="{4D005EAE-6468-45F5-AC07-F5BCA63020B6}" type="pres">
      <dgm:prSet presAssocID="{1B7A6FD8-13F2-41BA-8AD8-5FD5E1112B3B}" presName="bgRect" presStyleLbl="bgShp" presStyleIdx="0" presStyleCnt="3"/>
      <dgm:spPr/>
    </dgm:pt>
    <dgm:pt modelId="{5A9F6272-DA6E-4E70-982F-E40E42B6A9B7}" type="pres">
      <dgm:prSet presAssocID="{1B7A6FD8-13F2-41BA-8AD8-5FD5E1112B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ECC7408-1564-405B-8C93-FEC8ED11E24C}" type="pres">
      <dgm:prSet presAssocID="{1B7A6FD8-13F2-41BA-8AD8-5FD5E1112B3B}" presName="spaceRect" presStyleCnt="0"/>
      <dgm:spPr/>
    </dgm:pt>
    <dgm:pt modelId="{0C297A3E-397E-4AC7-A270-9DE5DAF81869}" type="pres">
      <dgm:prSet presAssocID="{1B7A6FD8-13F2-41BA-8AD8-5FD5E1112B3B}" presName="parTx" presStyleLbl="revTx" presStyleIdx="0" presStyleCnt="3">
        <dgm:presLayoutVars>
          <dgm:chMax val="0"/>
          <dgm:chPref val="0"/>
        </dgm:presLayoutVars>
      </dgm:prSet>
      <dgm:spPr/>
    </dgm:pt>
    <dgm:pt modelId="{B6BB55E4-5FEE-443F-80C9-0EAA11160BBB}" type="pres">
      <dgm:prSet presAssocID="{52AD76AF-3E1F-4E44-9940-5D7D622F9353}" presName="sibTrans" presStyleCnt="0"/>
      <dgm:spPr/>
    </dgm:pt>
    <dgm:pt modelId="{3FE07525-F0B6-41B0-9A38-A79D8AB957B5}" type="pres">
      <dgm:prSet presAssocID="{43397637-20D8-4901-9344-9DC8146166D1}" presName="compNode" presStyleCnt="0"/>
      <dgm:spPr/>
    </dgm:pt>
    <dgm:pt modelId="{10A93500-0A17-4481-B63B-CC104E22E8EC}" type="pres">
      <dgm:prSet presAssocID="{43397637-20D8-4901-9344-9DC8146166D1}" presName="bgRect" presStyleLbl="bgShp" presStyleIdx="1" presStyleCnt="3"/>
      <dgm:spPr/>
    </dgm:pt>
    <dgm:pt modelId="{FAB7C457-8D65-4A49-9EA1-85A445B953B2}" type="pres">
      <dgm:prSet presAssocID="{43397637-20D8-4901-9344-9DC8146166D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A4002B9D-4DC5-487A-B944-D0176B22E5CB}" type="pres">
      <dgm:prSet presAssocID="{43397637-20D8-4901-9344-9DC8146166D1}" presName="spaceRect" presStyleCnt="0"/>
      <dgm:spPr/>
    </dgm:pt>
    <dgm:pt modelId="{51E2E4E2-AFEE-4179-84B1-FFCEABF77A36}" type="pres">
      <dgm:prSet presAssocID="{43397637-20D8-4901-9344-9DC8146166D1}" presName="parTx" presStyleLbl="revTx" presStyleIdx="1" presStyleCnt="3">
        <dgm:presLayoutVars>
          <dgm:chMax val="0"/>
          <dgm:chPref val="0"/>
        </dgm:presLayoutVars>
      </dgm:prSet>
      <dgm:spPr/>
    </dgm:pt>
    <dgm:pt modelId="{5771D237-781C-4045-A5FC-C2B69CA85EB4}" type="pres">
      <dgm:prSet presAssocID="{43116D4E-B0AD-421C-9A21-771D7423BF74}" presName="sibTrans" presStyleCnt="0"/>
      <dgm:spPr/>
    </dgm:pt>
    <dgm:pt modelId="{DC77BB93-9DA7-4784-8626-EC4C1B2E4156}" type="pres">
      <dgm:prSet presAssocID="{728DE050-21EF-4910-AB0A-005D2D1DE8A2}" presName="compNode" presStyleCnt="0"/>
      <dgm:spPr/>
    </dgm:pt>
    <dgm:pt modelId="{5970E32C-5E72-4D66-987E-4CC4809ECC75}" type="pres">
      <dgm:prSet presAssocID="{728DE050-21EF-4910-AB0A-005D2D1DE8A2}" presName="bgRect" presStyleLbl="bgShp" presStyleIdx="2" presStyleCnt="3"/>
      <dgm:spPr/>
    </dgm:pt>
    <dgm:pt modelId="{1D242242-962C-4F75-ABC9-62A430F5E493}" type="pres">
      <dgm:prSet presAssocID="{728DE050-21EF-4910-AB0A-005D2D1DE8A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9168155B-7523-4C78-B391-9B9A7BABB8A7}" type="pres">
      <dgm:prSet presAssocID="{728DE050-21EF-4910-AB0A-005D2D1DE8A2}" presName="spaceRect" presStyleCnt="0"/>
      <dgm:spPr/>
    </dgm:pt>
    <dgm:pt modelId="{E93C6F10-993F-47FC-903D-607D03964477}" type="pres">
      <dgm:prSet presAssocID="{728DE050-21EF-4910-AB0A-005D2D1DE8A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3457710-5C45-4103-9157-3409172A6809}" type="presOf" srcId="{728DE050-21EF-4910-AB0A-005D2D1DE8A2}" destId="{E93C6F10-993F-47FC-903D-607D03964477}" srcOrd="0" destOrd="0" presId="urn:microsoft.com/office/officeart/2018/2/layout/IconVerticalSolidList"/>
    <dgm:cxn modelId="{8B00A930-9D92-4F56-A887-F616F0B83935}" srcId="{3B35ECB7-B3CD-4B31-95BE-1A77E3A13646}" destId="{43397637-20D8-4901-9344-9DC8146166D1}" srcOrd="1" destOrd="0" parTransId="{9D17AD58-3780-40C6-AA41-7358107D88B8}" sibTransId="{43116D4E-B0AD-421C-9A21-771D7423BF74}"/>
    <dgm:cxn modelId="{EFE57D59-2925-4F64-9BEF-EC57307261F7}" type="presOf" srcId="{43397637-20D8-4901-9344-9DC8146166D1}" destId="{51E2E4E2-AFEE-4179-84B1-FFCEABF77A36}" srcOrd="0" destOrd="0" presId="urn:microsoft.com/office/officeart/2018/2/layout/IconVerticalSolidList"/>
    <dgm:cxn modelId="{F75FA75D-AFE6-481F-B629-2EB3AD85CB55}" srcId="{3B35ECB7-B3CD-4B31-95BE-1A77E3A13646}" destId="{728DE050-21EF-4910-AB0A-005D2D1DE8A2}" srcOrd="2" destOrd="0" parTransId="{6FB051FC-8BBD-492F-BE07-6F061FA4BBF7}" sibTransId="{9F0E64CD-CEC1-43F4-9A8A-3FCDF8648BC6}"/>
    <dgm:cxn modelId="{014C7A7D-5E81-4525-876D-9EE45912365F}" type="presOf" srcId="{3B35ECB7-B3CD-4B31-95BE-1A77E3A13646}" destId="{08CB7096-B1EA-4447-A26E-0E35ACBF3B39}" srcOrd="0" destOrd="0" presId="urn:microsoft.com/office/officeart/2018/2/layout/IconVerticalSolidList"/>
    <dgm:cxn modelId="{B28900B0-EA4D-4BB2-90B7-7A62E8EF0898}" type="presOf" srcId="{1B7A6FD8-13F2-41BA-8AD8-5FD5E1112B3B}" destId="{0C297A3E-397E-4AC7-A270-9DE5DAF81869}" srcOrd="0" destOrd="0" presId="urn:microsoft.com/office/officeart/2018/2/layout/IconVerticalSolidList"/>
    <dgm:cxn modelId="{D30839E6-8A02-47D9-A611-E0DAB4E91313}" srcId="{3B35ECB7-B3CD-4B31-95BE-1A77E3A13646}" destId="{1B7A6FD8-13F2-41BA-8AD8-5FD5E1112B3B}" srcOrd="0" destOrd="0" parTransId="{C7D41BFA-5198-4241-A4FF-6DB1530B44A0}" sibTransId="{52AD76AF-3E1F-4E44-9940-5D7D622F9353}"/>
    <dgm:cxn modelId="{268949F7-4CD5-47CD-92E9-C2CC85183181}" type="presParOf" srcId="{08CB7096-B1EA-4447-A26E-0E35ACBF3B39}" destId="{E7118BD9-2E04-4768-8CEF-FEB68D3E296B}" srcOrd="0" destOrd="0" presId="urn:microsoft.com/office/officeart/2018/2/layout/IconVerticalSolidList"/>
    <dgm:cxn modelId="{0ED77CC2-7C93-4BC2-89C4-BA38838EFD25}" type="presParOf" srcId="{E7118BD9-2E04-4768-8CEF-FEB68D3E296B}" destId="{4D005EAE-6468-45F5-AC07-F5BCA63020B6}" srcOrd="0" destOrd="0" presId="urn:microsoft.com/office/officeart/2018/2/layout/IconVerticalSolidList"/>
    <dgm:cxn modelId="{D555F848-770C-4CBA-8363-1D8289BEC4E5}" type="presParOf" srcId="{E7118BD9-2E04-4768-8CEF-FEB68D3E296B}" destId="{5A9F6272-DA6E-4E70-982F-E40E42B6A9B7}" srcOrd="1" destOrd="0" presId="urn:microsoft.com/office/officeart/2018/2/layout/IconVerticalSolidList"/>
    <dgm:cxn modelId="{88EE4960-8D59-48AC-85BD-0000201B9493}" type="presParOf" srcId="{E7118BD9-2E04-4768-8CEF-FEB68D3E296B}" destId="{3ECC7408-1564-405B-8C93-FEC8ED11E24C}" srcOrd="2" destOrd="0" presId="urn:microsoft.com/office/officeart/2018/2/layout/IconVerticalSolidList"/>
    <dgm:cxn modelId="{F8082624-3646-4AD1-8397-669CA1E22321}" type="presParOf" srcId="{E7118BD9-2E04-4768-8CEF-FEB68D3E296B}" destId="{0C297A3E-397E-4AC7-A270-9DE5DAF81869}" srcOrd="3" destOrd="0" presId="urn:microsoft.com/office/officeart/2018/2/layout/IconVerticalSolidList"/>
    <dgm:cxn modelId="{6DDB7D78-E65F-4AAA-AF66-D3E63495E6C5}" type="presParOf" srcId="{08CB7096-B1EA-4447-A26E-0E35ACBF3B39}" destId="{B6BB55E4-5FEE-443F-80C9-0EAA11160BBB}" srcOrd="1" destOrd="0" presId="urn:microsoft.com/office/officeart/2018/2/layout/IconVerticalSolidList"/>
    <dgm:cxn modelId="{EAAFB828-5E40-45C7-9EFB-E459BF22CEF4}" type="presParOf" srcId="{08CB7096-B1EA-4447-A26E-0E35ACBF3B39}" destId="{3FE07525-F0B6-41B0-9A38-A79D8AB957B5}" srcOrd="2" destOrd="0" presId="urn:microsoft.com/office/officeart/2018/2/layout/IconVerticalSolidList"/>
    <dgm:cxn modelId="{61371BCC-BE51-447B-A2F0-37B5D206DF16}" type="presParOf" srcId="{3FE07525-F0B6-41B0-9A38-A79D8AB957B5}" destId="{10A93500-0A17-4481-B63B-CC104E22E8EC}" srcOrd="0" destOrd="0" presId="urn:microsoft.com/office/officeart/2018/2/layout/IconVerticalSolidList"/>
    <dgm:cxn modelId="{4ECDE8F5-8190-4EED-9E93-124008EC3EF4}" type="presParOf" srcId="{3FE07525-F0B6-41B0-9A38-A79D8AB957B5}" destId="{FAB7C457-8D65-4A49-9EA1-85A445B953B2}" srcOrd="1" destOrd="0" presId="urn:microsoft.com/office/officeart/2018/2/layout/IconVerticalSolidList"/>
    <dgm:cxn modelId="{DC1A1CE2-BC7A-4E97-ADF8-E8F684930207}" type="presParOf" srcId="{3FE07525-F0B6-41B0-9A38-A79D8AB957B5}" destId="{A4002B9D-4DC5-487A-B944-D0176B22E5CB}" srcOrd="2" destOrd="0" presId="urn:microsoft.com/office/officeart/2018/2/layout/IconVerticalSolidList"/>
    <dgm:cxn modelId="{54FE9448-3272-4D76-9358-11E601CB085F}" type="presParOf" srcId="{3FE07525-F0B6-41B0-9A38-A79D8AB957B5}" destId="{51E2E4E2-AFEE-4179-84B1-FFCEABF77A36}" srcOrd="3" destOrd="0" presId="urn:microsoft.com/office/officeart/2018/2/layout/IconVerticalSolidList"/>
    <dgm:cxn modelId="{35C18FF4-7F27-4E4A-9838-A99BFAF08495}" type="presParOf" srcId="{08CB7096-B1EA-4447-A26E-0E35ACBF3B39}" destId="{5771D237-781C-4045-A5FC-C2B69CA85EB4}" srcOrd="3" destOrd="0" presId="urn:microsoft.com/office/officeart/2018/2/layout/IconVerticalSolidList"/>
    <dgm:cxn modelId="{72A7C1F3-4496-4528-B0FC-A1D35C03805F}" type="presParOf" srcId="{08CB7096-B1EA-4447-A26E-0E35ACBF3B39}" destId="{DC77BB93-9DA7-4784-8626-EC4C1B2E4156}" srcOrd="4" destOrd="0" presId="urn:microsoft.com/office/officeart/2018/2/layout/IconVerticalSolidList"/>
    <dgm:cxn modelId="{6812B26A-2B7F-4E2A-B32B-FB9AE5EDE925}" type="presParOf" srcId="{DC77BB93-9DA7-4784-8626-EC4C1B2E4156}" destId="{5970E32C-5E72-4D66-987E-4CC4809ECC75}" srcOrd="0" destOrd="0" presId="urn:microsoft.com/office/officeart/2018/2/layout/IconVerticalSolidList"/>
    <dgm:cxn modelId="{E9A16116-B18B-4229-B8D7-2BDB4A4EE37D}" type="presParOf" srcId="{DC77BB93-9DA7-4784-8626-EC4C1B2E4156}" destId="{1D242242-962C-4F75-ABC9-62A430F5E493}" srcOrd="1" destOrd="0" presId="urn:microsoft.com/office/officeart/2018/2/layout/IconVerticalSolidList"/>
    <dgm:cxn modelId="{F3032F72-C4E8-4691-834F-9E79CAFD0F62}" type="presParOf" srcId="{DC77BB93-9DA7-4784-8626-EC4C1B2E4156}" destId="{9168155B-7523-4C78-B391-9B9A7BABB8A7}" srcOrd="2" destOrd="0" presId="urn:microsoft.com/office/officeart/2018/2/layout/IconVerticalSolidList"/>
    <dgm:cxn modelId="{44D8A4E5-105F-41D4-8E23-B0FFB70AB910}" type="presParOf" srcId="{DC77BB93-9DA7-4784-8626-EC4C1B2E4156}" destId="{E93C6F10-993F-47FC-903D-607D039644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3553AB-72E0-41B1-8BED-2D201406669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991F307-EC40-4A11-90BF-0560D9C9C22B}">
      <dgm:prSet/>
      <dgm:spPr/>
      <dgm:t>
        <a:bodyPr/>
        <a:lstStyle/>
        <a:p>
          <a:pPr>
            <a:defRPr cap="all"/>
          </a:pPr>
          <a:r>
            <a:rPr lang="en-US"/>
            <a:t>High-level Python web framework for rapid development</a:t>
          </a:r>
        </a:p>
      </dgm:t>
    </dgm:pt>
    <dgm:pt modelId="{AC346E53-C648-4804-AA63-F95BD25DBA08}" type="parTrans" cxnId="{A56D7480-D808-42AA-A3FC-6B6272214BDB}">
      <dgm:prSet/>
      <dgm:spPr/>
      <dgm:t>
        <a:bodyPr/>
        <a:lstStyle/>
        <a:p>
          <a:endParaRPr lang="en-US"/>
        </a:p>
      </dgm:t>
    </dgm:pt>
    <dgm:pt modelId="{50FF144F-9A4C-4FED-964D-ECCE1B50FC90}" type="sibTrans" cxnId="{A56D7480-D808-42AA-A3FC-6B6272214BDB}">
      <dgm:prSet/>
      <dgm:spPr/>
      <dgm:t>
        <a:bodyPr/>
        <a:lstStyle/>
        <a:p>
          <a:endParaRPr lang="en-US"/>
        </a:p>
      </dgm:t>
    </dgm:pt>
    <dgm:pt modelId="{FC8D2FB2-BA64-4ACD-A8F3-E0E51A055481}">
      <dgm:prSet/>
      <dgm:spPr/>
      <dgm:t>
        <a:bodyPr/>
        <a:lstStyle/>
        <a:p>
          <a:pPr>
            <a:defRPr cap="all"/>
          </a:pPr>
          <a:r>
            <a:rPr lang="en-US"/>
            <a:t>Provides ORM, admin, auth, forms, templates, sessions out of the box</a:t>
          </a:r>
        </a:p>
      </dgm:t>
    </dgm:pt>
    <dgm:pt modelId="{7AC03B10-D995-4D09-8185-45ED25B999D5}" type="parTrans" cxnId="{B35BE455-03EE-4B0F-9F6E-1C5029F83D3F}">
      <dgm:prSet/>
      <dgm:spPr/>
      <dgm:t>
        <a:bodyPr/>
        <a:lstStyle/>
        <a:p>
          <a:endParaRPr lang="en-US"/>
        </a:p>
      </dgm:t>
    </dgm:pt>
    <dgm:pt modelId="{CA8EC236-51AB-4F94-98D0-452955E1EB9A}" type="sibTrans" cxnId="{B35BE455-03EE-4B0F-9F6E-1C5029F83D3F}">
      <dgm:prSet/>
      <dgm:spPr/>
      <dgm:t>
        <a:bodyPr/>
        <a:lstStyle/>
        <a:p>
          <a:endParaRPr lang="en-US"/>
        </a:p>
      </dgm:t>
    </dgm:pt>
    <dgm:pt modelId="{74EB82EC-63A1-4F5B-8BD4-160F7A4AB6D9}">
      <dgm:prSet/>
      <dgm:spPr/>
      <dgm:t>
        <a:bodyPr/>
        <a:lstStyle/>
        <a:p>
          <a:pPr>
            <a:defRPr cap="all"/>
          </a:pPr>
          <a:r>
            <a:rPr lang="en-US"/>
            <a:t>Focus on reusing components instead of reinventing the wheel</a:t>
          </a:r>
        </a:p>
      </dgm:t>
    </dgm:pt>
    <dgm:pt modelId="{EA35BC1A-6D14-4BAF-A8DE-292B3DA4A506}" type="parTrans" cxnId="{F8C235F0-AE66-4B52-9350-97AF278C6B21}">
      <dgm:prSet/>
      <dgm:spPr/>
      <dgm:t>
        <a:bodyPr/>
        <a:lstStyle/>
        <a:p>
          <a:endParaRPr lang="en-US"/>
        </a:p>
      </dgm:t>
    </dgm:pt>
    <dgm:pt modelId="{84AB2864-150D-4C78-AA9B-F6C3D898EE63}" type="sibTrans" cxnId="{F8C235F0-AE66-4B52-9350-97AF278C6B21}">
      <dgm:prSet/>
      <dgm:spPr/>
      <dgm:t>
        <a:bodyPr/>
        <a:lstStyle/>
        <a:p>
          <a:endParaRPr lang="en-US"/>
        </a:p>
      </dgm:t>
    </dgm:pt>
    <dgm:pt modelId="{C51A3490-27AE-43B3-A365-5012C90A2A30}">
      <dgm:prSet/>
      <dgm:spPr/>
      <dgm:t>
        <a:bodyPr/>
        <a:lstStyle/>
        <a:p>
          <a:pPr>
            <a:defRPr cap="all"/>
          </a:pPr>
          <a:r>
            <a:rPr lang="en-US"/>
            <a:t>Secure, scalable and follows "don’t repeat yourself" (DRY)</a:t>
          </a:r>
        </a:p>
      </dgm:t>
    </dgm:pt>
    <dgm:pt modelId="{86F3DFDD-F62D-4C2D-88AE-C72600A02E1D}" type="parTrans" cxnId="{E4EB47E0-28E3-4332-8B6A-8E2D0DC7AACF}">
      <dgm:prSet/>
      <dgm:spPr/>
      <dgm:t>
        <a:bodyPr/>
        <a:lstStyle/>
        <a:p>
          <a:endParaRPr lang="en-US"/>
        </a:p>
      </dgm:t>
    </dgm:pt>
    <dgm:pt modelId="{7D86AA74-6C38-4071-8DD5-B83E2EFE8021}" type="sibTrans" cxnId="{E4EB47E0-28E3-4332-8B6A-8E2D0DC7AACF}">
      <dgm:prSet/>
      <dgm:spPr/>
      <dgm:t>
        <a:bodyPr/>
        <a:lstStyle/>
        <a:p>
          <a:endParaRPr lang="en-US"/>
        </a:p>
      </dgm:t>
    </dgm:pt>
    <dgm:pt modelId="{53AF47AC-CECA-44E5-8E7C-64B3EED21D12}" type="pres">
      <dgm:prSet presAssocID="{B03553AB-72E0-41B1-8BED-2D2014066699}" presName="root" presStyleCnt="0">
        <dgm:presLayoutVars>
          <dgm:dir/>
          <dgm:resizeHandles val="exact"/>
        </dgm:presLayoutVars>
      </dgm:prSet>
      <dgm:spPr/>
    </dgm:pt>
    <dgm:pt modelId="{AEE1CDBC-187C-4289-B020-4258F7B36659}" type="pres">
      <dgm:prSet presAssocID="{E991F307-EC40-4A11-90BF-0560D9C9C22B}" presName="compNode" presStyleCnt="0"/>
      <dgm:spPr/>
    </dgm:pt>
    <dgm:pt modelId="{F30671EF-6B5E-44F9-998C-04C918FD3A8F}" type="pres">
      <dgm:prSet presAssocID="{E991F307-EC40-4A11-90BF-0560D9C9C22B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2E86410-06C8-4B6C-8492-7C43E094A4A2}" type="pres">
      <dgm:prSet presAssocID="{E991F307-EC40-4A11-90BF-0560D9C9C22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F1C88F5-048F-4182-AB13-355B82078290}" type="pres">
      <dgm:prSet presAssocID="{E991F307-EC40-4A11-90BF-0560D9C9C22B}" presName="spaceRect" presStyleCnt="0"/>
      <dgm:spPr/>
    </dgm:pt>
    <dgm:pt modelId="{508A4E90-3810-483A-8277-31F975079F73}" type="pres">
      <dgm:prSet presAssocID="{E991F307-EC40-4A11-90BF-0560D9C9C22B}" presName="textRect" presStyleLbl="revTx" presStyleIdx="0" presStyleCnt="4">
        <dgm:presLayoutVars>
          <dgm:chMax val="1"/>
          <dgm:chPref val="1"/>
        </dgm:presLayoutVars>
      </dgm:prSet>
      <dgm:spPr/>
    </dgm:pt>
    <dgm:pt modelId="{BF419098-0649-44DD-97C9-73B91BD9ACA4}" type="pres">
      <dgm:prSet presAssocID="{50FF144F-9A4C-4FED-964D-ECCE1B50FC90}" presName="sibTrans" presStyleCnt="0"/>
      <dgm:spPr/>
    </dgm:pt>
    <dgm:pt modelId="{0C35C608-1BA0-4CAF-B767-EDE2EFB0ACB7}" type="pres">
      <dgm:prSet presAssocID="{FC8D2FB2-BA64-4ACD-A8F3-E0E51A055481}" presName="compNode" presStyleCnt="0"/>
      <dgm:spPr/>
    </dgm:pt>
    <dgm:pt modelId="{25F538A7-BEBA-4038-8CA5-CC7C954C227F}" type="pres">
      <dgm:prSet presAssocID="{FC8D2FB2-BA64-4ACD-A8F3-E0E51A055481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DB06F23-DE49-4D08-8C3E-E1A49B2C74DC}" type="pres">
      <dgm:prSet presAssocID="{FC8D2FB2-BA64-4ACD-A8F3-E0E51A05548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89DDE4A-3953-4DF3-AC9D-DBBDAAAE5F20}" type="pres">
      <dgm:prSet presAssocID="{FC8D2FB2-BA64-4ACD-A8F3-E0E51A055481}" presName="spaceRect" presStyleCnt="0"/>
      <dgm:spPr/>
    </dgm:pt>
    <dgm:pt modelId="{BAFDEF06-3378-47F6-B48A-D5C12D5A1BF3}" type="pres">
      <dgm:prSet presAssocID="{FC8D2FB2-BA64-4ACD-A8F3-E0E51A055481}" presName="textRect" presStyleLbl="revTx" presStyleIdx="1" presStyleCnt="4">
        <dgm:presLayoutVars>
          <dgm:chMax val="1"/>
          <dgm:chPref val="1"/>
        </dgm:presLayoutVars>
      </dgm:prSet>
      <dgm:spPr/>
    </dgm:pt>
    <dgm:pt modelId="{95AB83A8-A12B-43FA-92B5-4A769410D24A}" type="pres">
      <dgm:prSet presAssocID="{CA8EC236-51AB-4F94-98D0-452955E1EB9A}" presName="sibTrans" presStyleCnt="0"/>
      <dgm:spPr/>
    </dgm:pt>
    <dgm:pt modelId="{211DC08B-548E-49D4-841B-9C927AA7E308}" type="pres">
      <dgm:prSet presAssocID="{74EB82EC-63A1-4F5B-8BD4-160F7A4AB6D9}" presName="compNode" presStyleCnt="0"/>
      <dgm:spPr/>
    </dgm:pt>
    <dgm:pt modelId="{242CFA6E-8847-4B7E-B9F8-A7FFB075196B}" type="pres">
      <dgm:prSet presAssocID="{74EB82EC-63A1-4F5B-8BD4-160F7A4AB6D9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42C04AB-EB19-4134-AC7F-4E109D3D3521}" type="pres">
      <dgm:prSet presAssocID="{74EB82EC-63A1-4F5B-8BD4-160F7A4AB6D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7EA8415D-260C-4F7B-A49E-FE25540609E3}" type="pres">
      <dgm:prSet presAssocID="{74EB82EC-63A1-4F5B-8BD4-160F7A4AB6D9}" presName="spaceRect" presStyleCnt="0"/>
      <dgm:spPr/>
    </dgm:pt>
    <dgm:pt modelId="{876FC590-532E-4726-B8E1-51E46E2C84E0}" type="pres">
      <dgm:prSet presAssocID="{74EB82EC-63A1-4F5B-8BD4-160F7A4AB6D9}" presName="textRect" presStyleLbl="revTx" presStyleIdx="2" presStyleCnt="4">
        <dgm:presLayoutVars>
          <dgm:chMax val="1"/>
          <dgm:chPref val="1"/>
        </dgm:presLayoutVars>
      </dgm:prSet>
      <dgm:spPr/>
    </dgm:pt>
    <dgm:pt modelId="{5F7F6C40-ECD2-4850-87EF-59538801CCF3}" type="pres">
      <dgm:prSet presAssocID="{84AB2864-150D-4C78-AA9B-F6C3D898EE63}" presName="sibTrans" presStyleCnt="0"/>
      <dgm:spPr/>
    </dgm:pt>
    <dgm:pt modelId="{2D455505-0FC3-4B6E-B897-B88A02E36F72}" type="pres">
      <dgm:prSet presAssocID="{C51A3490-27AE-43B3-A365-5012C90A2A30}" presName="compNode" presStyleCnt="0"/>
      <dgm:spPr/>
    </dgm:pt>
    <dgm:pt modelId="{67AA0B96-189E-42FB-98CF-2BA2B0C1B525}" type="pres">
      <dgm:prSet presAssocID="{C51A3490-27AE-43B3-A365-5012C90A2A30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6BBE524-8879-4519-B156-1EDE20B5A267}" type="pres">
      <dgm:prSet presAssocID="{C51A3490-27AE-43B3-A365-5012C90A2A3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F516B810-18BF-40D0-A803-6EAB1124887E}" type="pres">
      <dgm:prSet presAssocID="{C51A3490-27AE-43B3-A365-5012C90A2A30}" presName="spaceRect" presStyleCnt="0"/>
      <dgm:spPr/>
    </dgm:pt>
    <dgm:pt modelId="{739D17F2-2792-48AD-90FB-6F43F532D15D}" type="pres">
      <dgm:prSet presAssocID="{C51A3490-27AE-43B3-A365-5012C90A2A3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A8F3A04-FE75-45B0-9B0C-0B54A4957F78}" type="presOf" srcId="{E991F307-EC40-4A11-90BF-0560D9C9C22B}" destId="{508A4E90-3810-483A-8277-31F975079F73}" srcOrd="0" destOrd="0" presId="urn:microsoft.com/office/officeart/2018/5/layout/IconLeafLabelList"/>
    <dgm:cxn modelId="{D01D9E2C-6AB4-4B34-91CB-6D3AA9AE73CB}" type="presOf" srcId="{FC8D2FB2-BA64-4ACD-A8F3-E0E51A055481}" destId="{BAFDEF06-3378-47F6-B48A-D5C12D5A1BF3}" srcOrd="0" destOrd="0" presId="urn:microsoft.com/office/officeart/2018/5/layout/IconLeafLabelList"/>
    <dgm:cxn modelId="{B35BE455-03EE-4B0F-9F6E-1C5029F83D3F}" srcId="{B03553AB-72E0-41B1-8BED-2D2014066699}" destId="{FC8D2FB2-BA64-4ACD-A8F3-E0E51A055481}" srcOrd="1" destOrd="0" parTransId="{7AC03B10-D995-4D09-8185-45ED25B999D5}" sibTransId="{CA8EC236-51AB-4F94-98D0-452955E1EB9A}"/>
    <dgm:cxn modelId="{A56D7480-D808-42AA-A3FC-6B6272214BDB}" srcId="{B03553AB-72E0-41B1-8BED-2D2014066699}" destId="{E991F307-EC40-4A11-90BF-0560D9C9C22B}" srcOrd="0" destOrd="0" parTransId="{AC346E53-C648-4804-AA63-F95BD25DBA08}" sibTransId="{50FF144F-9A4C-4FED-964D-ECCE1B50FC90}"/>
    <dgm:cxn modelId="{8CA5F48E-F1FD-479C-BE74-6EBDA5C5FB54}" type="presOf" srcId="{74EB82EC-63A1-4F5B-8BD4-160F7A4AB6D9}" destId="{876FC590-532E-4726-B8E1-51E46E2C84E0}" srcOrd="0" destOrd="0" presId="urn:microsoft.com/office/officeart/2018/5/layout/IconLeafLabelList"/>
    <dgm:cxn modelId="{E4EB47E0-28E3-4332-8B6A-8E2D0DC7AACF}" srcId="{B03553AB-72E0-41B1-8BED-2D2014066699}" destId="{C51A3490-27AE-43B3-A365-5012C90A2A30}" srcOrd="3" destOrd="0" parTransId="{86F3DFDD-F62D-4C2D-88AE-C72600A02E1D}" sibTransId="{7D86AA74-6C38-4071-8DD5-B83E2EFE8021}"/>
    <dgm:cxn modelId="{C19EDCEF-781D-476B-9290-290EC8C69C8F}" type="presOf" srcId="{C51A3490-27AE-43B3-A365-5012C90A2A30}" destId="{739D17F2-2792-48AD-90FB-6F43F532D15D}" srcOrd="0" destOrd="0" presId="urn:microsoft.com/office/officeart/2018/5/layout/IconLeafLabelList"/>
    <dgm:cxn modelId="{F8C235F0-AE66-4B52-9350-97AF278C6B21}" srcId="{B03553AB-72E0-41B1-8BED-2D2014066699}" destId="{74EB82EC-63A1-4F5B-8BD4-160F7A4AB6D9}" srcOrd="2" destOrd="0" parTransId="{EA35BC1A-6D14-4BAF-A8DE-292B3DA4A506}" sibTransId="{84AB2864-150D-4C78-AA9B-F6C3D898EE63}"/>
    <dgm:cxn modelId="{3C95BFF2-30EC-4854-927F-884C3F6CF792}" type="presOf" srcId="{B03553AB-72E0-41B1-8BED-2D2014066699}" destId="{53AF47AC-CECA-44E5-8E7C-64B3EED21D12}" srcOrd="0" destOrd="0" presId="urn:microsoft.com/office/officeart/2018/5/layout/IconLeafLabelList"/>
    <dgm:cxn modelId="{347E8627-2842-45E8-B189-3A8BAB33F30D}" type="presParOf" srcId="{53AF47AC-CECA-44E5-8E7C-64B3EED21D12}" destId="{AEE1CDBC-187C-4289-B020-4258F7B36659}" srcOrd="0" destOrd="0" presId="urn:microsoft.com/office/officeart/2018/5/layout/IconLeafLabelList"/>
    <dgm:cxn modelId="{59BF02A5-FF98-4297-8303-CD7069D6813A}" type="presParOf" srcId="{AEE1CDBC-187C-4289-B020-4258F7B36659}" destId="{F30671EF-6B5E-44F9-998C-04C918FD3A8F}" srcOrd="0" destOrd="0" presId="urn:microsoft.com/office/officeart/2018/5/layout/IconLeafLabelList"/>
    <dgm:cxn modelId="{8C073095-BC3A-45A9-9A08-160BEFC87882}" type="presParOf" srcId="{AEE1CDBC-187C-4289-B020-4258F7B36659}" destId="{72E86410-06C8-4B6C-8492-7C43E094A4A2}" srcOrd="1" destOrd="0" presId="urn:microsoft.com/office/officeart/2018/5/layout/IconLeafLabelList"/>
    <dgm:cxn modelId="{EB615ED5-592F-44C2-A6C1-15AF76B3D84D}" type="presParOf" srcId="{AEE1CDBC-187C-4289-B020-4258F7B36659}" destId="{5F1C88F5-048F-4182-AB13-355B82078290}" srcOrd="2" destOrd="0" presId="urn:microsoft.com/office/officeart/2018/5/layout/IconLeafLabelList"/>
    <dgm:cxn modelId="{E8D1077B-0990-46BE-A538-2BA0DE20823A}" type="presParOf" srcId="{AEE1CDBC-187C-4289-B020-4258F7B36659}" destId="{508A4E90-3810-483A-8277-31F975079F73}" srcOrd="3" destOrd="0" presId="urn:microsoft.com/office/officeart/2018/5/layout/IconLeafLabelList"/>
    <dgm:cxn modelId="{7F0B4F98-31D4-4FE0-A998-CF5C7A848E63}" type="presParOf" srcId="{53AF47AC-CECA-44E5-8E7C-64B3EED21D12}" destId="{BF419098-0649-44DD-97C9-73B91BD9ACA4}" srcOrd="1" destOrd="0" presId="urn:microsoft.com/office/officeart/2018/5/layout/IconLeafLabelList"/>
    <dgm:cxn modelId="{5370BAB1-FA0B-4EFB-9534-A67ACBA7D295}" type="presParOf" srcId="{53AF47AC-CECA-44E5-8E7C-64B3EED21D12}" destId="{0C35C608-1BA0-4CAF-B767-EDE2EFB0ACB7}" srcOrd="2" destOrd="0" presId="urn:microsoft.com/office/officeart/2018/5/layout/IconLeafLabelList"/>
    <dgm:cxn modelId="{F23C49A0-6FE8-46E7-9744-C1761CE6E128}" type="presParOf" srcId="{0C35C608-1BA0-4CAF-B767-EDE2EFB0ACB7}" destId="{25F538A7-BEBA-4038-8CA5-CC7C954C227F}" srcOrd="0" destOrd="0" presId="urn:microsoft.com/office/officeart/2018/5/layout/IconLeafLabelList"/>
    <dgm:cxn modelId="{61550B32-BEE0-49A1-9B64-9CCC35D341AB}" type="presParOf" srcId="{0C35C608-1BA0-4CAF-B767-EDE2EFB0ACB7}" destId="{8DB06F23-DE49-4D08-8C3E-E1A49B2C74DC}" srcOrd="1" destOrd="0" presId="urn:microsoft.com/office/officeart/2018/5/layout/IconLeafLabelList"/>
    <dgm:cxn modelId="{6613FE73-58D6-4175-AE3B-422552D6A6B5}" type="presParOf" srcId="{0C35C608-1BA0-4CAF-B767-EDE2EFB0ACB7}" destId="{D89DDE4A-3953-4DF3-AC9D-DBBDAAAE5F20}" srcOrd="2" destOrd="0" presId="urn:microsoft.com/office/officeart/2018/5/layout/IconLeafLabelList"/>
    <dgm:cxn modelId="{C2955541-8484-42B8-936B-1128E0F99393}" type="presParOf" srcId="{0C35C608-1BA0-4CAF-B767-EDE2EFB0ACB7}" destId="{BAFDEF06-3378-47F6-B48A-D5C12D5A1BF3}" srcOrd="3" destOrd="0" presId="urn:microsoft.com/office/officeart/2018/5/layout/IconLeafLabelList"/>
    <dgm:cxn modelId="{5C5419D2-B70D-4A06-A5C3-4B7DC779F798}" type="presParOf" srcId="{53AF47AC-CECA-44E5-8E7C-64B3EED21D12}" destId="{95AB83A8-A12B-43FA-92B5-4A769410D24A}" srcOrd="3" destOrd="0" presId="urn:microsoft.com/office/officeart/2018/5/layout/IconLeafLabelList"/>
    <dgm:cxn modelId="{C202B326-85B0-4F8D-AEF1-D67AA3B5A473}" type="presParOf" srcId="{53AF47AC-CECA-44E5-8E7C-64B3EED21D12}" destId="{211DC08B-548E-49D4-841B-9C927AA7E308}" srcOrd="4" destOrd="0" presId="urn:microsoft.com/office/officeart/2018/5/layout/IconLeafLabelList"/>
    <dgm:cxn modelId="{AE6BAD1A-9BAB-486B-ACB1-A5049EC8206E}" type="presParOf" srcId="{211DC08B-548E-49D4-841B-9C927AA7E308}" destId="{242CFA6E-8847-4B7E-B9F8-A7FFB075196B}" srcOrd="0" destOrd="0" presId="urn:microsoft.com/office/officeart/2018/5/layout/IconLeafLabelList"/>
    <dgm:cxn modelId="{59E63958-5A29-445C-8E25-8095988FC327}" type="presParOf" srcId="{211DC08B-548E-49D4-841B-9C927AA7E308}" destId="{E42C04AB-EB19-4134-AC7F-4E109D3D3521}" srcOrd="1" destOrd="0" presId="urn:microsoft.com/office/officeart/2018/5/layout/IconLeafLabelList"/>
    <dgm:cxn modelId="{33D4DF9F-400B-41FA-9660-CD76E0632688}" type="presParOf" srcId="{211DC08B-548E-49D4-841B-9C927AA7E308}" destId="{7EA8415D-260C-4F7B-A49E-FE25540609E3}" srcOrd="2" destOrd="0" presId="urn:microsoft.com/office/officeart/2018/5/layout/IconLeafLabelList"/>
    <dgm:cxn modelId="{3D2A25E6-12FB-48BA-9DDD-BE67E1618A59}" type="presParOf" srcId="{211DC08B-548E-49D4-841B-9C927AA7E308}" destId="{876FC590-532E-4726-B8E1-51E46E2C84E0}" srcOrd="3" destOrd="0" presId="urn:microsoft.com/office/officeart/2018/5/layout/IconLeafLabelList"/>
    <dgm:cxn modelId="{047F74C0-F17F-4CE5-8EF3-E64483873A69}" type="presParOf" srcId="{53AF47AC-CECA-44E5-8E7C-64B3EED21D12}" destId="{5F7F6C40-ECD2-4850-87EF-59538801CCF3}" srcOrd="5" destOrd="0" presId="urn:microsoft.com/office/officeart/2018/5/layout/IconLeafLabelList"/>
    <dgm:cxn modelId="{AE7AFA74-019A-4288-9246-2422FF738D3E}" type="presParOf" srcId="{53AF47AC-CECA-44E5-8E7C-64B3EED21D12}" destId="{2D455505-0FC3-4B6E-B897-B88A02E36F72}" srcOrd="6" destOrd="0" presId="urn:microsoft.com/office/officeart/2018/5/layout/IconLeafLabelList"/>
    <dgm:cxn modelId="{0BB8D813-9B81-4B03-8496-DEA59C0BB875}" type="presParOf" srcId="{2D455505-0FC3-4B6E-B897-B88A02E36F72}" destId="{67AA0B96-189E-42FB-98CF-2BA2B0C1B525}" srcOrd="0" destOrd="0" presId="urn:microsoft.com/office/officeart/2018/5/layout/IconLeafLabelList"/>
    <dgm:cxn modelId="{9735AD7F-3975-471E-B7F8-97E319F57598}" type="presParOf" srcId="{2D455505-0FC3-4B6E-B897-B88A02E36F72}" destId="{66BBE524-8879-4519-B156-1EDE20B5A267}" srcOrd="1" destOrd="0" presId="urn:microsoft.com/office/officeart/2018/5/layout/IconLeafLabelList"/>
    <dgm:cxn modelId="{57BDACE3-DAC6-4A7B-83D2-598BDC21FF74}" type="presParOf" srcId="{2D455505-0FC3-4B6E-B897-B88A02E36F72}" destId="{F516B810-18BF-40D0-A803-6EAB1124887E}" srcOrd="2" destOrd="0" presId="urn:microsoft.com/office/officeart/2018/5/layout/IconLeafLabelList"/>
    <dgm:cxn modelId="{37AFE3FE-FD85-4E48-8660-2063CB7C3791}" type="presParOf" srcId="{2D455505-0FC3-4B6E-B897-B88A02E36F72}" destId="{739D17F2-2792-48AD-90FB-6F43F532D15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12113E-CBE2-474F-942D-770CDEAB922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F90794-101C-4DDC-8DF9-EF0DA9945599}">
      <dgm:prSet/>
      <dgm:spPr/>
      <dgm:t>
        <a:bodyPr/>
        <a:lstStyle/>
        <a:p>
          <a:r>
            <a:rPr lang="en-US"/>
            <a:t>Create a virtual environment: python -m venv venv</a:t>
          </a:r>
        </a:p>
      </dgm:t>
    </dgm:pt>
    <dgm:pt modelId="{11D2C080-0D0A-43C3-A691-49713D3A1296}" type="parTrans" cxnId="{63535C7C-95BB-4B7C-9450-37ACD39E9FF3}">
      <dgm:prSet/>
      <dgm:spPr/>
      <dgm:t>
        <a:bodyPr/>
        <a:lstStyle/>
        <a:p>
          <a:endParaRPr lang="en-US"/>
        </a:p>
      </dgm:t>
    </dgm:pt>
    <dgm:pt modelId="{BC5271DB-2890-4FFB-9905-B08E25E919B1}" type="sibTrans" cxnId="{63535C7C-95BB-4B7C-9450-37ACD39E9FF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50F9C41-68FF-4A39-BD52-46765579E67E}">
      <dgm:prSet/>
      <dgm:spPr/>
      <dgm:t>
        <a:bodyPr/>
        <a:lstStyle/>
        <a:p>
          <a:r>
            <a:rPr lang="en-US"/>
            <a:t>Activate venv and install Django: pip install django</a:t>
          </a:r>
        </a:p>
      </dgm:t>
    </dgm:pt>
    <dgm:pt modelId="{B027F468-2D4B-42CC-A61C-4B1C8F336EEF}" type="parTrans" cxnId="{C6D29AEA-1507-4991-8CBB-DA643B043AB0}">
      <dgm:prSet/>
      <dgm:spPr/>
      <dgm:t>
        <a:bodyPr/>
        <a:lstStyle/>
        <a:p>
          <a:endParaRPr lang="en-US"/>
        </a:p>
      </dgm:t>
    </dgm:pt>
    <dgm:pt modelId="{A0C75AAD-47D5-4B81-9BBC-81FE7DFEB24A}" type="sibTrans" cxnId="{C6D29AEA-1507-4991-8CBB-DA643B043AB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B505812-A8E6-4C27-B7BD-B97AF2E72EDB}">
      <dgm:prSet/>
      <dgm:spPr/>
      <dgm:t>
        <a:bodyPr/>
        <a:lstStyle/>
        <a:p>
          <a:r>
            <a:rPr lang="en-US"/>
            <a:t>Use pip freeze &gt; requirements.txt to record dependencies</a:t>
          </a:r>
        </a:p>
      </dgm:t>
    </dgm:pt>
    <dgm:pt modelId="{B718F748-08A1-44B8-BCE2-318BF21A5CEA}" type="parTrans" cxnId="{C9AA8AFA-9429-4004-82D2-FA09AC093073}">
      <dgm:prSet/>
      <dgm:spPr/>
      <dgm:t>
        <a:bodyPr/>
        <a:lstStyle/>
        <a:p>
          <a:endParaRPr lang="en-US"/>
        </a:p>
      </dgm:t>
    </dgm:pt>
    <dgm:pt modelId="{9F7F9866-A51E-4860-8FC2-C747782C0E72}" type="sibTrans" cxnId="{C9AA8AFA-9429-4004-82D2-FA09AC09307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F2C7BA9-CEC2-485A-B623-C7768E261476}">
      <dgm:prSet/>
      <dgm:spPr/>
      <dgm:t>
        <a:bodyPr/>
        <a:lstStyle/>
        <a:p>
          <a:r>
            <a:rPr lang="en-US"/>
            <a:t>Keep project isolated so different projects can use different versions</a:t>
          </a:r>
        </a:p>
      </dgm:t>
    </dgm:pt>
    <dgm:pt modelId="{804F2665-EFD8-4504-A3D7-C2AA3E6A39C7}" type="parTrans" cxnId="{AB51B5DD-D377-46B0-96D1-C6B155595BA9}">
      <dgm:prSet/>
      <dgm:spPr/>
      <dgm:t>
        <a:bodyPr/>
        <a:lstStyle/>
        <a:p>
          <a:endParaRPr lang="en-US"/>
        </a:p>
      </dgm:t>
    </dgm:pt>
    <dgm:pt modelId="{F8D294CC-95EC-44E2-99B3-39885BF7C24B}" type="sibTrans" cxnId="{AB51B5DD-D377-46B0-96D1-C6B155595BA9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F4346F2-F423-544B-AD05-3A0DDD4EA28A}" type="pres">
      <dgm:prSet presAssocID="{2612113E-CBE2-474F-942D-770CDEAB9223}" presName="Name0" presStyleCnt="0">
        <dgm:presLayoutVars>
          <dgm:animLvl val="lvl"/>
          <dgm:resizeHandles val="exact"/>
        </dgm:presLayoutVars>
      </dgm:prSet>
      <dgm:spPr/>
    </dgm:pt>
    <dgm:pt modelId="{9A38B01B-FFC5-3348-8975-BA54804D0508}" type="pres">
      <dgm:prSet presAssocID="{78F90794-101C-4DDC-8DF9-EF0DA9945599}" presName="compositeNode" presStyleCnt="0">
        <dgm:presLayoutVars>
          <dgm:bulletEnabled val="1"/>
        </dgm:presLayoutVars>
      </dgm:prSet>
      <dgm:spPr/>
    </dgm:pt>
    <dgm:pt modelId="{1AA8F9C0-D0F9-BC44-BE8F-146F8BEAEF97}" type="pres">
      <dgm:prSet presAssocID="{78F90794-101C-4DDC-8DF9-EF0DA9945599}" presName="bgRect" presStyleLbl="bgAccFollowNode1" presStyleIdx="0" presStyleCnt="4"/>
      <dgm:spPr/>
    </dgm:pt>
    <dgm:pt modelId="{313B3A9E-101D-9747-82FF-D2312EC1CF47}" type="pres">
      <dgm:prSet presAssocID="{BC5271DB-2890-4FFB-9905-B08E25E919B1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3C59770C-5C42-BF4E-8BBC-6848656F90B6}" type="pres">
      <dgm:prSet presAssocID="{78F90794-101C-4DDC-8DF9-EF0DA9945599}" presName="bottomLine" presStyleLbl="alignNode1" presStyleIdx="1" presStyleCnt="8">
        <dgm:presLayoutVars/>
      </dgm:prSet>
      <dgm:spPr/>
    </dgm:pt>
    <dgm:pt modelId="{F9459796-B837-0949-9A36-D86891A59F02}" type="pres">
      <dgm:prSet presAssocID="{78F90794-101C-4DDC-8DF9-EF0DA9945599}" presName="nodeText" presStyleLbl="bgAccFollowNode1" presStyleIdx="0" presStyleCnt="4">
        <dgm:presLayoutVars>
          <dgm:bulletEnabled val="1"/>
        </dgm:presLayoutVars>
      </dgm:prSet>
      <dgm:spPr/>
    </dgm:pt>
    <dgm:pt modelId="{E55FBBDF-A5C1-E04E-9544-4EBACA623519}" type="pres">
      <dgm:prSet presAssocID="{BC5271DB-2890-4FFB-9905-B08E25E919B1}" presName="sibTrans" presStyleCnt="0"/>
      <dgm:spPr/>
    </dgm:pt>
    <dgm:pt modelId="{1CE4293F-BC78-EF46-9A9E-D170F70282AC}" type="pres">
      <dgm:prSet presAssocID="{050F9C41-68FF-4A39-BD52-46765579E67E}" presName="compositeNode" presStyleCnt="0">
        <dgm:presLayoutVars>
          <dgm:bulletEnabled val="1"/>
        </dgm:presLayoutVars>
      </dgm:prSet>
      <dgm:spPr/>
    </dgm:pt>
    <dgm:pt modelId="{746DC3DA-3802-B749-A130-8F01536AAE69}" type="pres">
      <dgm:prSet presAssocID="{050F9C41-68FF-4A39-BD52-46765579E67E}" presName="bgRect" presStyleLbl="bgAccFollowNode1" presStyleIdx="1" presStyleCnt="4"/>
      <dgm:spPr/>
    </dgm:pt>
    <dgm:pt modelId="{712B907E-F3F6-FE46-896E-4BBE9AE829DE}" type="pres">
      <dgm:prSet presAssocID="{A0C75AAD-47D5-4B81-9BBC-81FE7DFEB24A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1B62BE64-4784-8140-81C5-9A04030F9D36}" type="pres">
      <dgm:prSet presAssocID="{050F9C41-68FF-4A39-BD52-46765579E67E}" presName="bottomLine" presStyleLbl="alignNode1" presStyleIdx="3" presStyleCnt="8">
        <dgm:presLayoutVars/>
      </dgm:prSet>
      <dgm:spPr/>
    </dgm:pt>
    <dgm:pt modelId="{863508FA-7C02-3840-9684-34FBD99AAB1B}" type="pres">
      <dgm:prSet presAssocID="{050F9C41-68FF-4A39-BD52-46765579E67E}" presName="nodeText" presStyleLbl="bgAccFollowNode1" presStyleIdx="1" presStyleCnt="4">
        <dgm:presLayoutVars>
          <dgm:bulletEnabled val="1"/>
        </dgm:presLayoutVars>
      </dgm:prSet>
      <dgm:spPr/>
    </dgm:pt>
    <dgm:pt modelId="{E1C84420-0202-4F49-A5B6-1D5B92524EE5}" type="pres">
      <dgm:prSet presAssocID="{A0C75AAD-47D5-4B81-9BBC-81FE7DFEB24A}" presName="sibTrans" presStyleCnt="0"/>
      <dgm:spPr/>
    </dgm:pt>
    <dgm:pt modelId="{098581DF-3F10-594E-A65F-DCB904B52C86}" type="pres">
      <dgm:prSet presAssocID="{FB505812-A8E6-4C27-B7BD-B97AF2E72EDB}" presName="compositeNode" presStyleCnt="0">
        <dgm:presLayoutVars>
          <dgm:bulletEnabled val="1"/>
        </dgm:presLayoutVars>
      </dgm:prSet>
      <dgm:spPr/>
    </dgm:pt>
    <dgm:pt modelId="{9CB67B95-6D61-6C43-8C6B-6351A948E132}" type="pres">
      <dgm:prSet presAssocID="{FB505812-A8E6-4C27-B7BD-B97AF2E72EDB}" presName="bgRect" presStyleLbl="bgAccFollowNode1" presStyleIdx="2" presStyleCnt="4"/>
      <dgm:spPr/>
    </dgm:pt>
    <dgm:pt modelId="{926CE2D7-E49F-F14B-BED6-E4A373BF742D}" type="pres">
      <dgm:prSet presAssocID="{9F7F9866-A51E-4860-8FC2-C747782C0E72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6CF31CB5-CB1E-F745-82F1-7A6BCC64C620}" type="pres">
      <dgm:prSet presAssocID="{FB505812-A8E6-4C27-B7BD-B97AF2E72EDB}" presName="bottomLine" presStyleLbl="alignNode1" presStyleIdx="5" presStyleCnt="8">
        <dgm:presLayoutVars/>
      </dgm:prSet>
      <dgm:spPr/>
    </dgm:pt>
    <dgm:pt modelId="{86D83D84-01C2-E542-8351-4369389AD2E3}" type="pres">
      <dgm:prSet presAssocID="{FB505812-A8E6-4C27-B7BD-B97AF2E72EDB}" presName="nodeText" presStyleLbl="bgAccFollowNode1" presStyleIdx="2" presStyleCnt="4">
        <dgm:presLayoutVars>
          <dgm:bulletEnabled val="1"/>
        </dgm:presLayoutVars>
      </dgm:prSet>
      <dgm:spPr/>
    </dgm:pt>
    <dgm:pt modelId="{8797F6E9-D540-0A4E-AEB6-A59F0CD13B82}" type="pres">
      <dgm:prSet presAssocID="{9F7F9866-A51E-4860-8FC2-C747782C0E72}" presName="sibTrans" presStyleCnt="0"/>
      <dgm:spPr/>
    </dgm:pt>
    <dgm:pt modelId="{34C6BFB3-5388-A448-B457-F33EAA3C9A74}" type="pres">
      <dgm:prSet presAssocID="{EF2C7BA9-CEC2-485A-B623-C7768E261476}" presName="compositeNode" presStyleCnt="0">
        <dgm:presLayoutVars>
          <dgm:bulletEnabled val="1"/>
        </dgm:presLayoutVars>
      </dgm:prSet>
      <dgm:spPr/>
    </dgm:pt>
    <dgm:pt modelId="{0542F49F-5F12-3742-9080-CB9203C20AB2}" type="pres">
      <dgm:prSet presAssocID="{EF2C7BA9-CEC2-485A-B623-C7768E261476}" presName="bgRect" presStyleLbl="bgAccFollowNode1" presStyleIdx="3" presStyleCnt="4"/>
      <dgm:spPr/>
    </dgm:pt>
    <dgm:pt modelId="{9C17B660-953E-0B42-B072-469A0E459106}" type="pres">
      <dgm:prSet presAssocID="{F8D294CC-95EC-44E2-99B3-39885BF7C24B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D34E68BC-EECE-3341-B0A3-B44DE6FE6BB7}" type="pres">
      <dgm:prSet presAssocID="{EF2C7BA9-CEC2-485A-B623-C7768E261476}" presName="bottomLine" presStyleLbl="alignNode1" presStyleIdx="7" presStyleCnt="8">
        <dgm:presLayoutVars/>
      </dgm:prSet>
      <dgm:spPr/>
    </dgm:pt>
    <dgm:pt modelId="{0D04C9BE-B1F8-1740-997A-4B8A71C5CBEC}" type="pres">
      <dgm:prSet presAssocID="{EF2C7BA9-CEC2-485A-B623-C7768E261476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975B1E19-0D0F-DB4A-BBF7-31A9A389C8D7}" type="presOf" srcId="{050F9C41-68FF-4A39-BD52-46765579E67E}" destId="{746DC3DA-3802-B749-A130-8F01536AAE69}" srcOrd="0" destOrd="0" presId="urn:microsoft.com/office/officeart/2016/7/layout/BasicLinearProcessNumbered"/>
    <dgm:cxn modelId="{B7424923-B9AA-C244-A69E-70C95AEEF52E}" type="presOf" srcId="{78F90794-101C-4DDC-8DF9-EF0DA9945599}" destId="{1AA8F9C0-D0F9-BC44-BE8F-146F8BEAEF97}" srcOrd="0" destOrd="0" presId="urn:microsoft.com/office/officeart/2016/7/layout/BasicLinearProcessNumbered"/>
    <dgm:cxn modelId="{95022D68-A8C5-A848-8AEE-70B1DB78B03A}" type="presOf" srcId="{050F9C41-68FF-4A39-BD52-46765579E67E}" destId="{863508FA-7C02-3840-9684-34FBD99AAB1B}" srcOrd="1" destOrd="0" presId="urn:microsoft.com/office/officeart/2016/7/layout/BasicLinearProcessNumbered"/>
    <dgm:cxn modelId="{0DA74671-AEF7-F14D-8BD2-2BEC96D2C783}" type="presOf" srcId="{FB505812-A8E6-4C27-B7BD-B97AF2E72EDB}" destId="{9CB67B95-6D61-6C43-8C6B-6351A948E132}" srcOrd="0" destOrd="0" presId="urn:microsoft.com/office/officeart/2016/7/layout/BasicLinearProcessNumbered"/>
    <dgm:cxn modelId="{63535C7C-95BB-4B7C-9450-37ACD39E9FF3}" srcId="{2612113E-CBE2-474F-942D-770CDEAB9223}" destId="{78F90794-101C-4DDC-8DF9-EF0DA9945599}" srcOrd="0" destOrd="0" parTransId="{11D2C080-0D0A-43C3-A691-49713D3A1296}" sibTransId="{BC5271DB-2890-4FFB-9905-B08E25E919B1}"/>
    <dgm:cxn modelId="{EACF0B8B-1D57-0149-A8EA-7AF2E1C6D7C9}" type="presOf" srcId="{FB505812-A8E6-4C27-B7BD-B97AF2E72EDB}" destId="{86D83D84-01C2-E542-8351-4369389AD2E3}" srcOrd="1" destOrd="0" presId="urn:microsoft.com/office/officeart/2016/7/layout/BasicLinearProcessNumbered"/>
    <dgm:cxn modelId="{52020490-80BA-604F-BDFC-54402FA0543A}" type="presOf" srcId="{EF2C7BA9-CEC2-485A-B623-C7768E261476}" destId="{0D04C9BE-B1F8-1740-997A-4B8A71C5CBEC}" srcOrd="1" destOrd="0" presId="urn:microsoft.com/office/officeart/2016/7/layout/BasicLinearProcessNumbered"/>
    <dgm:cxn modelId="{E36AC09B-8C4A-2342-8871-CA1BA192B922}" type="presOf" srcId="{BC5271DB-2890-4FFB-9905-B08E25E919B1}" destId="{313B3A9E-101D-9747-82FF-D2312EC1CF47}" srcOrd="0" destOrd="0" presId="urn:microsoft.com/office/officeart/2016/7/layout/BasicLinearProcessNumbered"/>
    <dgm:cxn modelId="{055D1BB9-97D3-5842-A562-73473AF07811}" type="presOf" srcId="{F8D294CC-95EC-44E2-99B3-39885BF7C24B}" destId="{9C17B660-953E-0B42-B072-469A0E459106}" srcOrd="0" destOrd="0" presId="urn:microsoft.com/office/officeart/2016/7/layout/BasicLinearProcessNumbered"/>
    <dgm:cxn modelId="{E1F0E4CA-3F9E-884B-9E89-81E5F9CD75F8}" type="presOf" srcId="{9F7F9866-A51E-4860-8FC2-C747782C0E72}" destId="{926CE2D7-E49F-F14B-BED6-E4A373BF742D}" srcOrd="0" destOrd="0" presId="urn:microsoft.com/office/officeart/2016/7/layout/BasicLinearProcessNumbered"/>
    <dgm:cxn modelId="{C41897DA-8E21-C747-9F04-E70AFACAA99F}" type="presOf" srcId="{78F90794-101C-4DDC-8DF9-EF0DA9945599}" destId="{F9459796-B837-0949-9A36-D86891A59F02}" srcOrd="1" destOrd="0" presId="urn:microsoft.com/office/officeart/2016/7/layout/BasicLinearProcessNumbered"/>
    <dgm:cxn modelId="{AB51B5DD-D377-46B0-96D1-C6B155595BA9}" srcId="{2612113E-CBE2-474F-942D-770CDEAB9223}" destId="{EF2C7BA9-CEC2-485A-B623-C7768E261476}" srcOrd="3" destOrd="0" parTransId="{804F2665-EFD8-4504-A3D7-C2AA3E6A39C7}" sibTransId="{F8D294CC-95EC-44E2-99B3-39885BF7C24B}"/>
    <dgm:cxn modelId="{CD6142DF-6BD0-1F4A-A2C8-FA08C36A77E4}" type="presOf" srcId="{EF2C7BA9-CEC2-485A-B623-C7768E261476}" destId="{0542F49F-5F12-3742-9080-CB9203C20AB2}" srcOrd="0" destOrd="0" presId="urn:microsoft.com/office/officeart/2016/7/layout/BasicLinearProcessNumbered"/>
    <dgm:cxn modelId="{BD2511E0-2986-CC4F-B356-9863125A7841}" type="presOf" srcId="{A0C75AAD-47D5-4B81-9BBC-81FE7DFEB24A}" destId="{712B907E-F3F6-FE46-896E-4BBE9AE829DE}" srcOrd="0" destOrd="0" presId="urn:microsoft.com/office/officeart/2016/7/layout/BasicLinearProcessNumbered"/>
    <dgm:cxn modelId="{C6D29AEA-1507-4991-8CBB-DA643B043AB0}" srcId="{2612113E-CBE2-474F-942D-770CDEAB9223}" destId="{050F9C41-68FF-4A39-BD52-46765579E67E}" srcOrd="1" destOrd="0" parTransId="{B027F468-2D4B-42CC-A61C-4B1C8F336EEF}" sibTransId="{A0C75AAD-47D5-4B81-9BBC-81FE7DFEB24A}"/>
    <dgm:cxn modelId="{C12299EC-4F2E-074D-9FF1-7973E18B84F9}" type="presOf" srcId="{2612113E-CBE2-474F-942D-770CDEAB9223}" destId="{5F4346F2-F423-544B-AD05-3A0DDD4EA28A}" srcOrd="0" destOrd="0" presId="urn:microsoft.com/office/officeart/2016/7/layout/BasicLinearProcessNumbered"/>
    <dgm:cxn modelId="{C9AA8AFA-9429-4004-82D2-FA09AC093073}" srcId="{2612113E-CBE2-474F-942D-770CDEAB9223}" destId="{FB505812-A8E6-4C27-B7BD-B97AF2E72EDB}" srcOrd="2" destOrd="0" parTransId="{B718F748-08A1-44B8-BCE2-318BF21A5CEA}" sibTransId="{9F7F9866-A51E-4860-8FC2-C747782C0E72}"/>
    <dgm:cxn modelId="{EBB504FB-9313-4E46-AA38-1E7063620FAA}" type="presParOf" srcId="{5F4346F2-F423-544B-AD05-3A0DDD4EA28A}" destId="{9A38B01B-FFC5-3348-8975-BA54804D0508}" srcOrd="0" destOrd="0" presId="urn:microsoft.com/office/officeart/2016/7/layout/BasicLinearProcessNumbered"/>
    <dgm:cxn modelId="{4DC9E976-B90F-5D4E-80D3-DFEF02922AE4}" type="presParOf" srcId="{9A38B01B-FFC5-3348-8975-BA54804D0508}" destId="{1AA8F9C0-D0F9-BC44-BE8F-146F8BEAEF97}" srcOrd="0" destOrd="0" presId="urn:microsoft.com/office/officeart/2016/7/layout/BasicLinearProcessNumbered"/>
    <dgm:cxn modelId="{E21EF24E-5055-944C-9FAA-302DA92B8B0B}" type="presParOf" srcId="{9A38B01B-FFC5-3348-8975-BA54804D0508}" destId="{313B3A9E-101D-9747-82FF-D2312EC1CF47}" srcOrd="1" destOrd="0" presId="urn:microsoft.com/office/officeart/2016/7/layout/BasicLinearProcessNumbered"/>
    <dgm:cxn modelId="{65629C9B-EAA7-FF4C-9350-4F7B374B4291}" type="presParOf" srcId="{9A38B01B-FFC5-3348-8975-BA54804D0508}" destId="{3C59770C-5C42-BF4E-8BBC-6848656F90B6}" srcOrd="2" destOrd="0" presId="urn:microsoft.com/office/officeart/2016/7/layout/BasicLinearProcessNumbered"/>
    <dgm:cxn modelId="{47AF6CB2-E0AE-D54B-9069-E52451B889EC}" type="presParOf" srcId="{9A38B01B-FFC5-3348-8975-BA54804D0508}" destId="{F9459796-B837-0949-9A36-D86891A59F02}" srcOrd="3" destOrd="0" presId="urn:microsoft.com/office/officeart/2016/7/layout/BasicLinearProcessNumbered"/>
    <dgm:cxn modelId="{1E56CBD8-5F11-2243-9024-5C9B2CBEC40F}" type="presParOf" srcId="{5F4346F2-F423-544B-AD05-3A0DDD4EA28A}" destId="{E55FBBDF-A5C1-E04E-9544-4EBACA623519}" srcOrd="1" destOrd="0" presId="urn:microsoft.com/office/officeart/2016/7/layout/BasicLinearProcessNumbered"/>
    <dgm:cxn modelId="{31DFE5B6-5DCF-0949-83B7-8993853BAC40}" type="presParOf" srcId="{5F4346F2-F423-544B-AD05-3A0DDD4EA28A}" destId="{1CE4293F-BC78-EF46-9A9E-D170F70282AC}" srcOrd="2" destOrd="0" presId="urn:microsoft.com/office/officeart/2016/7/layout/BasicLinearProcessNumbered"/>
    <dgm:cxn modelId="{5DE7F7A5-2B60-0646-8000-9AE75976F63D}" type="presParOf" srcId="{1CE4293F-BC78-EF46-9A9E-D170F70282AC}" destId="{746DC3DA-3802-B749-A130-8F01536AAE69}" srcOrd="0" destOrd="0" presId="urn:microsoft.com/office/officeart/2016/7/layout/BasicLinearProcessNumbered"/>
    <dgm:cxn modelId="{5BCEF90A-BF91-6A4F-9023-C932564C0ED4}" type="presParOf" srcId="{1CE4293F-BC78-EF46-9A9E-D170F70282AC}" destId="{712B907E-F3F6-FE46-896E-4BBE9AE829DE}" srcOrd="1" destOrd="0" presId="urn:microsoft.com/office/officeart/2016/7/layout/BasicLinearProcessNumbered"/>
    <dgm:cxn modelId="{3E6C2D65-5AE0-0F45-8B9C-61D13F3D8D22}" type="presParOf" srcId="{1CE4293F-BC78-EF46-9A9E-D170F70282AC}" destId="{1B62BE64-4784-8140-81C5-9A04030F9D36}" srcOrd="2" destOrd="0" presId="urn:microsoft.com/office/officeart/2016/7/layout/BasicLinearProcessNumbered"/>
    <dgm:cxn modelId="{DA02C528-D2CA-194D-B221-8819DA1E0474}" type="presParOf" srcId="{1CE4293F-BC78-EF46-9A9E-D170F70282AC}" destId="{863508FA-7C02-3840-9684-34FBD99AAB1B}" srcOrd="3" destOrd="0" presId="urn:microsoft.com/office/officeart/2016/7/layout/BasicLinearProcessNumbered"/>
    <dgm:cxn modelId="{AE4A2BB6-BFDF-F749-A3ED-2DF7478F549D}" type="presParOf" srcId="{5F4346F2-F423-544B-AD05-3A0DDD4EA28A}" destId="{E1C84420-0202-4F49-A5B6-1D5B92524EE5}" srcOrd="3" destOrd="0" presId="urn:microsoft.com/office/officeart/2016/7/layout/BasicLinearProcessNumbered"/>
    <dgm:cxn modelId="{5A6C78BF-7C9D-5246-A876-EE8B7580FD3F}" type="presParOf" srcId="{5F4346F2-F423-544B-AD05-3A0DDD4EA28A}" destId="{098581DF-3F10-594E-A65F-DCB904B52C86}" srcOrd="4" destOrd="0" presId="urn:microsoft.com/office/officeart/2016/7/layout/BasicLinearProcessNumbered"/>
    <dgm:cxn modelId="{13CA76DD-43C1-1C4E-8FC8-640CF9B042C3}" type="presParOf" srcId="{098581DF-3F10-594E-A65F-DCB904B52C86}" destId="{9CB67B95-6D61-6C43-8C6B-6351A948E132}" srcOrd="0" destOrd="0" presId="urn:microsoft.com/office/officeart/2016/7/layout/BasicLinearProcessNumbered"/>
    <dgm:cxn modelId="{3DD16A85-BD0D-EA45-A816-57C0CD53189F}" type="presParOf" srcId="{098581DF-3F10-594E-A65F-DCB904B52C86}" destId="{926CE2D7-E49F-F14B-BED6-E4A373BF742D}" srcOrd="1" destOrd="0" presId="urn:microsoft.com/office/officeart/2016/7/layout/BasicLinearProcessNumbered"/>
    <dgm:cxn modelId="{8C9FEFC6-D8F6-F843-8A67-26C028A5AC7B}" type="presParOf" srcId="{098581DF-3F10-594E-A65F-DCB904B52C86}" destId="{6CF31CB5-CB1E-F745-82F1-7A6BCC64C620}" srcOrd="2" destOrd="0" presId="urn:microsoft.com/office/officeart/2016/7/layout/BasicLinearProcessNumbered"/>
    <dgm:cxn modelId="{3E1A9038-9357-6B42-9558-F903233A6B7A}" type="presParOf" srcId="{098581DF-3F10-594E-A65F-DCB904B52C86}" destId="{86D83D84-01C2-E542-8351-4369389AD2E3}" srcOrd="3" destOrd="0" presId="urn:microsoft.com/office/officeart/2016/7/layout/BasicLinearProcessNumbered"/>
    <dgm:cxn modelId="{EFD8140D-012B-7B4E-995F-94456B02099C}" type="presParOf" srcId="{5F4346F2-F423-544B-AD05-3A0DDD4EA28A}" destId="{8797F6E9-D540-0A4E-AEB6-A59F0CD13B82}" srcOrd="5" destOrd="0" presId="urn:microsoft.com/office/officeart/2016/7/layout/BasicLinearProcessNumbered"/>
    <dgm:cxn modelId="{C47F7F7A-BEE2-A743-9547-837B13F87D99}" type="presParOf" srcId="{5F4346F2-F423-544B-AD05-3A0DDD4EA28A}" destId="{34C6BFB3-5388-A448-B457-F33EAA3C9A74}" srcOrd="6" destOrd="0" presId="urn:microsoft.com/office/officeart/2016/7/layout/BasicLinearProcessNumbered"/>
    <dgm:cxn modelId="{A9FB67ED-C232-A949-9D55-7FFE0093127E}" type="presParOf" srcId="{34C6BFB3-5388-A448-B457-F33EAA3C9A74}" destId="{0542F49F-5F12-3742-9080-CB9203C20AB2}" srcOrd="0" destOrd="0" presId="urn:microsoft.com/office/officeart/2016/7/layout/BasicLinearProcessNumbered"/>
    <dgm:cxn modelId="{781C5416-7AC7-B347-97E0-8D08EA089E0D}" type="presParOf" srcId="{34C6BFB3-5388-A448-B457-F33EAA3C9A74}" destId="{9C17B660-953E-0B42-B072-469A0E459106}" srcOrd="1" destOrd="0" presId="urn:microsoft.com/office/officeart/2016/7/layout/BasicLinearProcessNumbered"/>
    <dgm:cxn modelId="{935BBEDF-7200-4044-ACE7-2EEA4805ECF4}" type="presParOf" srcId="{34C6BFB3-5388-A448-B457-F33EAA3C9A74}" destId="{D34E68BC-EECE-3341-B0A3-B44DE6FE6BB7}" srcOrd="2" destOrd="0" presId="urn:microsoft.com/office/officeart/2016/7/layout/BasicLinearProcessNumbered"/>
    <dgm:cxn modelId="{31A65C82-8B2A-234C-B921-62B1577159B7}" type="presParOf" srcId="{34C6BFB3-5388-A448-B457-F33EAA3C9A74}" destId="{0D04C9BE-B1F8-1740-997A-4B8A71C5CBE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A4A94C-0B7E-46FF-8959-88660F3D65B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A847BA-11F4-4885-805E-13292A2085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django-admin startproject mysite</a:t>
          </a:r>
        </a:p>
      </dgm:t>
    </dgm:pt>
    <dgm:pt modelId="{D1B1D155-5471-4CFC-AEAD-F1D408891E52}" type="parTrans" cxnId="{B3BD1F32-806E-4A8E-A321-991823A162F2}">
      <dgm:prSet/>
      <dgm:spPr/>
      <dgm:t>
        <a:bodyPr/>
        <a:lstStyle/>
        <a:p>
          <a:endParaRPr lang="en-US"/>
        </a:p>
      </dgm:t>
    </dgm:pt>
    <dgm:pt modelId="{001538F9-7980-410C-AF73-87E185E4698B}" type="sibTrans" cxnId="{B3BD1F32-806E-4A8E-A321-991823A162F2}">
      <dgm:prSet/>
      <dgm:spPr/>
      <dgm:t>
        <a:bodyPr/>
        <a:lstStyle/>
        <a:p>
          <a:endParaRPr lang="en-US"/>
        </a:p>
      </dgm:t>
    </dgm:pt>
    <dgm:pt modelId="{BFC3E0A4-27D6-408E-A7E2-6B5011350E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python manage.py startapp cheese</a:t>
          </a:r>
        </a:p>
      </dgm:t>
    </dgm:pt>
    <dgm:pt modelId="{4B99F41A-F7AD-42E8-BA0D-5603EE08DE6F}" type="parTrans" cxnId="{E4C29420-FC68-46CD-AF84-6E352565CDE5}">
      <dgm:prSet/>
      <dgm:spPr/>
      <dgm:t>
        <a:bodyPr/>
        <a:lstStyle/>
        <a:p>
          <a:endParaRPr lang="en-US"/>
        </a:p>
      </dgm:t>
    </dgm:pt>
    <dgm:pt modelId="{D97977FC-BA53-4F48-B2D7-282994F35FBA}" type="sibTrans" cxnId="{E4C29420-FC68-46CD-AF84-6E352565CDE5}">
      <dgm:prSet/>
      <dgm:spPr/>
      <dgm:t>
        <a:bodyPr/>
        <a:lstStyle/>
        <a:p>
          <a:endParaRPr lang="en-US"/>
        </a:p>
      </dgm:t>
    </dgm:pt>
    <dgm:pt modelId="{BBD2E77F-3482-4613-BC1F-53D4C683BD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Project = settings + configuration for the whole site</a:t>
          </a:r>
        </a:p>
      </dgm:t>
    </dgm:pt>
    <dgm:pt modelId="{2624DBC8-40E6-4ECF-80B6-D5F0619A706C}" type="parTrans" cxnId="{4F705B7B-FCC2-4985-9F6E-844F429758CC}">
      <dgm:prSet/>
      <dgm:spPr/>
      <dgm:t>
        <a:bodyPr/>
        <a:lstStyle/>
        <a:p>
          <a:endParaRPr lang="en-US"/>
        </a:p>
      </dgm:t>
    </dgm:pt>
    <dgm:pt modelId="{9054E986-0905-431E-9444-186F460CE420}" type="sibTrans" cxnId="{4F705B7B-FCC2-4985-9F6E-844F429758CC}">
      <dgm:prSet/>
      <dgm:spPr/>
      <dgm:t>
        <a:bodyPr/>
        <a:lstStyle/>
        <a:p>
          <a:endParaRPr lang="en-US"/>
        </a:p>
      </dgm:t>
    </dgm:pt>
    <dgm:pt modelId="{1A3B9A04-42D4-4C52-B2B1-CF5D5CEEBC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 = a reusable module (blog, polls, shop, etc.)</a:t>
          </a:r>
        </a:p>
      </dgm:t>
    </dgm:pt>
    <dgm:pt modelId="{B3804EE3-3A7D-4FDA-BEF6-BC8363BE66A5}" type="parTrans" cxnId="{8204D28C-FCE0-4D55-BE2A-C61053B8469A}">
      <dgm:prSet/>
      <dgm:spPr/>
      <dgm:t>
        <a:bodyPr/>
        <a:lstStyle/>
        <a:p>
          <a:endParaRPr lang="en-US"/>
        </a:p>
      </dgm:t>
    </dgm:pt>
    <dgm:pt modelId="{CEC688AA-F425-48BC-A1D8-346D09A281AE}" type="sibTrans" cxnId="{8204D28C-FCE0-4D55-BE2A-C61053B8469A}">
      <dgm:prSet/>
      <dgm:spPr/>
      <dgm:t>
        <a:bodyPr/>
        <a:lstStyle/>
        <a:p>
          <a:endParaRPr lang="en-US"/>
        </a:p>
      </dgm:t>
    </dgm:pt>
    <dgm:pt modelId="{B7D12503-41AE-47CE-9BA2-336F11E36BEC}" type="pres">
      <dgm:prSet presAssocID="{12A4A94C-0B7E-46FF-8959-88660F3D65B2}" presName="root" presStyleCnt="0">
        <dgm:presLayoutVars>
          <dgm:dir/>
          <dgm:resizeHandles val="exact"/>
        </dgm:presLayoutVars>
      </dgm:prSet>
      <dgm:spPr/>
    </dgm:pt>
    <dgm:pt modelId="{CD597297-6C7B-4520-982C-38F41A7F7DBE}" type="pres">
      <dgm:prSet presAssocID="{13A847BA-11F4-4885-805E-13292A2085F1}" presName="compNode" presStyleCnt="0"/>
      <dgm:spPr/>
    </dgm:pt>
    <dgm:pt modelId="{A5E64035-BABE-4DC6-8CEF-3D2CEE511276}" type="pres">
      <dgm:prSet presAssocID="{13A847BA-11F4-4885-805E-13292A2085F1}" presName="bgRect" presStyleLbl="bgShp" presStyleIdx="0" presStyleCnt="4"/>
      <dgm:spPr/>
    </dgm:pt>
    <dgm:pt modelId="{D55FB70B-7141-42FC-9997-103965D082CC}" type="pres">
      <dgm:prSet presAssocID="{13A847BA-11F4-4885-805E-13292A2085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953F6C71-2DB8-4022-838E-FDECAE436110}" type="pres">
      <dgm:prSet presAssocID="{13A847BA-11F4-4885-805E-13292A2085F1}" presName="spaceRect" presStyleCnt="0"/>
      <dgm:spPr/>
    </dgm:pt>
    <dgm:pt modelId="{059F7551-0808-4EBD-9E25-1B05465929B0}" type="pres">
      <dgm:prSet presAssocID="{13A847BA-11F4-4885-805E-13292A2085F1}" presName="parTx" presStyleLbl="revTx" presStyleIdx="0" presStyleCnt="4">
        <dgm:presLayoutVars>
          <dgm:chMax val="0"/>
          <dgm:chPref val="0"/>
        </dgm:presLayoutVars>
      </dgm:prSet>
      <dgm:spPr/>
    </dgm:pt>
    <dgm:pt modelId="{145767B0-763D-4937-9992-CD4577CE2C6D}" type="pres">
      <dgm:prSet presAssocID="{001538F9-7980-410C-AF73-87E185E4698B}" presName="sibTrans" presStyleCnt="0"/>
      <dgm:spPr/>
    </dgm:pt>
    <dgm:pt modelId="{1A82D558-1963-4CDF-BE80-31E2BFB8CC4D}" type="pres">
      <dgm:prSet presAssocID="{BFC3E0A4-27D6-408E-A7E2-6B5011350EB1}" presName="compNode" presStyleCnt="0"/>
      <dgm:spPr/>
    </dgm:pt>
    <dgm:pt modelId="{55912E6E-AA6A-4031-8861-7FCDE5B67437}" type="pres">
      <dgm:prSet presAssocID="{BFC3E0A4-27D6-408E-A7E2-6B5011350EB1}" presName="bgRect" presStyleLbl="bgShp" presStyleIdx="1" presStyleCnt="4"/>
      <dgm:spPr/>
    </dgm:pt>
    <dgm:pt modelId="{9EA02423-BF3F-453E-A3A7-C2B713D0D1C2}" type="pres">
      <dgm:prSet presAssocID="{BFC3E0A4-27D6-408E-A7E2-6B5011350EB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9EE619CD-FBB7-4742-8643-846FBED4C8F5}" type="pres">
      <dgm:prSet presAssocID="{BFC3E0A4-27D6-408E-A7E2-6B5011350EB1}" presName="spaceRect" presStyleCnt="0"/>
      <dgm:spPr/>
    </dgm:pt>
    <dgm:pt modelId="{227E658F-A4DA-4380-8C1D-6DDCD6544059}" type="pres">
      <dgm:prSet presAssocID="{BFC3E0A4-27D6-408E-A7E2-6B5011350EB1}" presName="parTx" presStyleLbl="revTx" presStyleIdx="1" presStyleCnt="4">
        <dgm:presLayoutVars>
          <dgm:chMax val="0"/>
          <dgm:chPref val="0"/>
        </dgm:presLayoutVars>
      </dgm:prSet>
      <dgm:spPr/>
    </dgm:pt>
    <dgm:pt modelId="{E045E154-BC59-4E85-9E24-83228F1936D3}" type="pres">
      <dgm:prSet presAssocID="{D97977FC-BA53-4F48-B2D7-282994F35FBA}" presName="sibTrans" presStyleCnt="0"/>
      <dgm:spPr/>
    </dgm:pt>
    <dgm:pt modelId="{2B1A1BDB-0344-4AAE-92C0-9601533FFCC7}" type="pres">
      <dgm:prSet presAssocID="{BBD2E77F-3482-4613-BC1F-53D4C683BDA4}" presName="compNode" presStyleCnt="0"/>
      <dgm:spPr/>
    </dgm:pt>
    <dgm:pt modelId="{5183D219-7D1D-4BF8-8074-3544E769103B}" type="pres">
      <dgm:prSet presAssocID="{BBD2E77F-3482-4613-BC1F-53D4C683BDA4}" presName="bgRect" presStyleLbl="bgShp" presStyleIdx="2" presStyleCnt="4"/>
      <dgm:spPr/>
    </dgm:pt>
    <dgm:pt modelId="{4CD43B7D-30C0-42EE-98F8-71AA07F3BFE4}" type="pres">
      <dgm:prSet presAssocID="{BBD2E77F-3482-4613-BC1F-53D4C683BDA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523F5347-AC9A-4C79-8232-F9665BEFD7C5}" type="pres">
      <dgm:prSet presAssocID="{BBD2E77F-3482-4613-BC1F-53D4C683BDA4}" presName="spaceRect" presStyleCnt="0"/>
      <dgm:spPr/>
    </dgm:pt>
    <dgm:pt modelId="{ADB77D1E-6E6C-4ED7-BEF6-79579D7739B3}" type="pres">
      <dgm:prSet presAssocID="{BBD2E77F-3482-4613-BC1F-53D4C683BDA4}" presName="parTx" presStyleLbl="revTx" presStyleIdx="2" presStyleCnt="4">
        <dgm:presLayoutVars>
          <dgm:chMax val="0"/>
          <dgm:chPref val="0"/>
        </dgm:presLayoutVars>
      </dgm:prSet>
      <dgm:spPr/>
    </dgm:pt>
    <dgm:pt modelId="{A41DFC60-B7F6-437A-8723-E82AE92B144D}" type="pres">
      <dgm:prSet presAssocID="{9054E986-0905-431E-9444-186F460CE420}" presName="sibTrans" presStyleCnt="0"/>
      <dgm:spPr/>
    </dgm:pt>
    <dgm:pt modelId="{6278A722-C7E0-41C4-B216-06FDAEA482AE}" type="pres">
      <dgm:prSet presAssocID="{1A3B9A04-42D4-4C52-B2B1-CF5D5CEEBCFA}" presName="compNode" presStyleCnt="0"/>
      <dgm:spPr/>
    </dgm:pt>
    <dgm:pt modelId="{3826E801-BDA6-4F71-A927-98F723DE2B9A}" type="pres">
      <dgm:prSet presAssocID="{1A3B9A04-42D4-4C52-B2B1-CF5D5CEEBCFA}" presName="bgRect" presStyleLbl="bgShp" presStyleIdx="3" presStyleCnt="4"/>
      <dgm:spPr/>
    </dgm:pt>
    <dgm:pt modelId="{8417115C-E740-4D4D-B2AA-2F8CAE203F37}" type="pres">
      <dgm:prSet presAssocID="{1A3B9A04-42D4-4C52-B2B1-CF5D5CEEBCF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FDEAD1F7-91D6-4C95-8C5F-8B5CD874A163}" type="pres">
      <dgm:prSet presAssocID="{1A3B9A04-42D4-4C52-B2B1-CF5D5CEEBCFA}" presName="spaceRect" presStyleCnt="0"/>
      <dgm:spPr/>
    </dgm:pt>
    <dgm:pt modelId="{01E7C041-C5EA-443D-A93C-EBF4355A8A49}" type="pres">
      <dgm:prSet presAssocID="{1A3B9A04-42D4-4C52-B2B1-CF5D5CEEBCF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13BDC02-1AB3-4D16-9227-8060CAA36656}" type="presOf" srcId="{BBD2E77F-3482-4613-BC1F-53D4C683BDA4}" destId="{ADB77D1E-6E6C-4ED7-BEF6-79579D7739B3}" srcOrd="0" destOrd="0" presId="urn:microsoft.com/office/officeart/2018/2/layout/IconVerticalSolidList"/>
    <dgm:cxn modelId="{E4C29420-FC68-46CD-AF84-6E352565CDE5}" srcId="{12A4A94C-0B7E-46FF-8959-88660F3D65B2}" destId="{BFC3E0A4-27D6-408E-A7E2-6B5011350EB1}" srcOrd="1" destOrd="0" parTransId="{4B99F41A-F7AD-42E8-BA0D-5603EE08DE6F}" sibTransId="{D97977FC-BA53-4F48-B2D7-282994F35FBA}"/>
    <dgm:cxn modelId="{B3BD1F32-806E-4A8E-A321-991823A162F2}" srcId="{12A4A94C-0B7E-46FF-8959-88660F3D65B2}" destId="{13A847BA-11F4-4885-805E-13292A2085F1}" srcOrd="0" destOrd="0" parTransId="{D1B1D155-5471-4CFC-AEAD-F1D408891E52}" sibTransId="{001538F9-7980-410C-AF73-87E185E4698B}"/>
    <dgm:cxn modelId="{F42E043F-31CE-42EB-9545-EAD88A030EDD}" type="presOf" srcId="{BFC3E0A4-27D6-408E-A7E2-6B5011350EB1}" destId="{227E658F-A4DA-4380-8C1D-6DDCD6544059}" srcOrd="0" destOrd="0" presId="urn:microsoft.com/office/officeart/2018/2/layout/IconVerticalSolidList"/>
    <dgm:cxn modelId="{34BE3A44-CF99-4411-9868-8B5C9969A16D}" type="presOf" srcId="{12A4A94C-0B7E-46FF-8959-88660F3D65B2}" destId="{B7D12503-41AE-47CE-9BA2-336F11E36BEC}" srcOrd="0" destOrd="0" presId="urn:microsoft.com/office/officeart/2018/2/layout/IconVerticalSolidList"/>
    <dgm:cxn modelId="{4F705B7B-FCC2-4985-9F6E-844F429758CC}" srcId="{12A4A94C-0B7E-46FF-8959-88660F3D65B2}" destId="{BBD2E77F-3482-4613-BC1F-53D4C683BDA4}" srcOrd="2" destOrd="0" parTransId="{2624DBC8-40E6-4ECF-80B6-D5F0619A706C}" sibTransId="{9054E986-0905-431E-9444-186F460CE420}"/>
    <dgm:cxn modelId="{8204D28C-FCE0-4D55-BE2A-C61053B8469A}" srcId="{12A4A94C-0B7E-46FF-8959-88660F3D65B2}" destId="{1A3B9A04-42D4-4C52-B2B1-CF5D5CEEBCFA}" srcOrd="3" destOrd="0" parTransId="{B3804EE3-3A7D-4FDA-BEF6-BC8363BE66A5}" sibTransId="{CEC688AA-F425-48BC-A1D8-346D09A281AE}"/>
    <dgm:cxn modelId="{5A1FFC93-19C1-4F3E-A3E3-BC9DDBE56B3D}" type="presOf" srcId="{13A847BA-11F4-4885-805E-13292A2085F1}" destId="{059F7551-0808-4EBD-9E25-1B05465929B0}" srcOrd="0" destOrd="0" presId="urn:microsoft.com/office/officeart/2018/2/layout/IconVerticalSolidList"/>
    <dgm:cxn modelId="{A70C0BED-7B3A-4C06-B9E8-9CB9020D4B8D}" type="presOf" srcId="{1A3B9A04-42D4-4C52-B2B1-CF5D5CEEBCFA}" destId="{01E7C041-C5EA-443D-A93C-EBF4355A8A49}" srcOrd="0" destOrd="0" presId="urn:microsoft.com/office/officeart/2018/2/layout/IconVerticalSolidList"/>
    <dgm:cxn modelId="{8E6D6638-F3F4-4B58-A869-34FBC36E32CB}" type="presParOf" srcId="{B7D12503-41AE-47CE-9BA2-336F11E36BEC}" destId="{CD597297-6C7B-4520-982C-38F41A7F7DBE}" srcOrd="0" destOrd="0" presId="urn:microsoft.com/office/officeart/2018/2/layout/IconVerticalSolidList"/>
    <dgm:cxn modelId="{4603A76E-A445-41AF-B29C-03596C612196}" type="presParOf" srcId="{CD597297-6C7B-4520-982C-38F41A7F7DBE}" destId="{A5E64035-BABE-4DC6-8CEF-3D2CEE511276}" srcOrd="0" destOrd="0" presId="urn:microsoft.com/office/officeart/2018/2/layout/IconVerticalSolidList"/>
    <dgm:cxn modelId="{5D0F63AC-F0C7-428E-B281-AD27AA6472E8}" type="presParOf" srcId="{CD597297-6C7B-4520-982C-38F41A7F7DBE}" destId="{D55FB70B-7141-42FC-9997-103965D082CC}" srcOrd="1" destOrd="0" presId="urn:microsoft.com/office/officeart/2018/2/layout/IconVerticalSolidList"/>
    <dgm:cxn modelId="{FB878079-749D-4897-8C35-D5ADB4D41467}" type="presParOf" srcId="{CD597297-6C7B-4520-982C-38F41A7F7DBE}" destId="{953F6C71-2DB8-4022-838E-FDECAE436110}" srcOrd="2" destOrd="0" presId="urn:microsoft.com/office/officeart/2018/2/layout/IconVerticalSolidList"/>
    <dgm:cxn modelId="{A06977E4-7B19-4BA2-A7E7-34DD618ACA6E}" type="presParOf" srcId="{CD597297-6C7B-4520-982C-38F41A7F7DBE}" destId="{059F7551-0808-4EBD-9E25-1B05465929B0}" srcOrd="3" destOrd="0" presId="urn:microsoft.com/office/officeart/2018/2/layout/IconVerticalSolidList"/>
    <dgm:cxn modelId="{BB2764AA-6361-4B2E-9EC8-B9777EB4A5E0}" type="presParOf" srcId="{B7D12503-41AE-47CE-9BA2-336F11E36BEC}" destId="{145767B0-763D-4937-9992-CD4577CE2C6D}" srcOrd="1" destOrd="0" presId="urn:microsoft.com/office/officeart/2018/2/layout/IconVerticalSolidList"/>
    <dgm:cxn modelId="{DF711DFE-ED3A-4AB9-8049-040B4EEE3212}" type="presParOf" srcId="{B7D12503-41AE-47CE-9BA2-336F11E36BEC}" destId="{1A82D558-1963-4CDF-BE80-31E2BFB8CC4D}" srcOrd="2" destOrd="0" presId="urn:microsoft.com/office/officeart/2018/2/layout/IconVerticalSolidList"/>
    <dgm:cxn modelId="{16C6F8F2-E144-4DE9-9BCA-F7BDCEABE755}" type="presParOf" srcId="{1A82D558-1963-4CDF-BE80-31E2BFB8CC4D}" destId="{55912E6E-AA6A-4031-8861-7FCDE5B67437}" srcOrd="0" destOrd="0" presId="urn:microsoft.com/office/officeart/2018/2/layout/IconVerticalSolidList"/>
    <dgm:cxn modelId="{7DB12680-7125-478B-8E88-D5AA285DBEB7}" type="presParOf" srcId="{1A82D558-1963-4CDF-BE80-31E2BFB8CC4D}" destId="{9EA02423-BF3F-453E-A3A7-C2B713D0D1C2}" srcOrd="1" destOrd="0" presId="urn:microsoft.com/office/officeart/2018/2/layout/IconVerticalSolidList"/>
    <dgm:cxn modelId="{B5A10DA3-351F-4404-A550-B8838CA32AF3}" type="presParOf" srcId="{1A82D558-1963-4CDF-BE80-31E2BFB8CC4D}" destId="{9EE619CD-FBB7-4742-8643-846FBED4C8F5}" srcOrd="2" destOrd="0" presId="urn:microsoft.com/office/officeart/2018/2/layout/IconVerticalSolidList"/>
    <dgm:cxn modelId="{1989EFF7-B649-41C1-8CED-E8D763B2CFC0}" type="presParOf" srcId="{1A82D558-1963-4CDF-BE80-31E2BFB8CC4D}" destId="{227E658F-A4DA-4380-8C1D-6DDCD6544059}" srcOrd="3" destOrd="0" presId="urn:microsoft.com/office/officeart/2018/2/layout/IconVerticalSolidList"/>
    <dgm:cxn modelId="{C6CEA516-75F9-4554-9622-04D68CF240EF}" type="presParOf" srcId="{B7D12503-41AE-47CE-9BA2-336F11E36BEC}" destId="{E045E154-BC59-4E85-9E24-83228F1936D3}" srcOrd="3" destOrd="0" presId="urn:microsoft.com/office/officeart/2018/2/layout/IconVerticalSolidList"/>
    <dgm:cxn modelId="{9F8BE4AF-C1E8-47DE-8942-9B76D5C4927A}" type="presParOf" srcId="{B7D12503-41AE-47CE-9BA2-336F11E36BEC}" destId="{2B1A1BDB-0344-4AAE-92C0-9601533FFCC7}" srcOrd="4" destOrd="0" presId="urn:microsoft.com/office/officeart/2018/2/layout/IconVerticalSolidList"/>
    <dgm:cxn modelId="{41D86ED8-F498-4BD4-AE4E-2C86573BBCA7}" type="presParOf" srcId="{2B1A1BDB-0344-4AAE-92C0-9601533FFCC7}" destId="{5183D219-7D1D-4BF8-8074-3544E769103B}" srcOrd="0" destOrd="0" presId="urn:microsoft.com/office/officeart/2018/2/layout/IconVerticalSolidList"/>
    <dgm:cxn modelId="{3285CE57-5425-4DA0-866E-B3F1ED3060E5}" type="presParOf" srcId="{2B1A1BDB-0344-4AAE-92C0-9601533FFCC7}" destId="{4CD43B7D-30C0-42EE-98F8-71AA07F3BFE4}" srcOrd="1" destOrd="0" presId="urn:microsoft.com/office/officeart/2018/2/layout/IconVerticalSolidList"/>
    <dgm:cxn modelId="{DF612E7A-BB98-4D4D-8E76-3E45A19DAE7A}" type="presParOf" srcId="{2B1A1BDB-0344-4AAE-92C0-9601533FFCC7}" destId="{523F5347-AC9A-4C79-8232-F9665BEFD7C5}" srcOrd="2" destOrd="0" presId="urn:microsoft.com/office/officeart/2018/2/layout/IconVerticalSolidList"/>
    <dgm:cxn modelId="{CD1D08C1-5B76-4B8C-9E65-26CAC6C65D8E}" type="presParOf" srcId="{2B1A1BDB-0344-4AAE-92C0-9601533FFCC7}" destId="{ADB77D1E-6E6C-4ED7-BEF6-79579D7739B3}" srcOrd="3" destOrd="0" presId="urn:microsoft.com/office/officeart/2018/2/layout/IconVerticalSolidList"/>
    <dgm:cxn modelId="{1BB4AF0C-4E45-456A-B036-5E7575E2321B}" type="presParOf" srcId="{B7D12503-41AE-47CE-9BA2-336F11E36BEC}" destId="{A41DFC60-B7F6-437A-8723-E82AE92B144D}" srcOrd="5" destOrd="0" presId="urn:microsoft.com/office/officeart/2018/2/layout/IconVerticalSolidList"/>
    <dgm:cxn modelId="{A5C8A686-AE88-4766-BEA0-49CD531692B9}" type="presParOf" srcId="{B7D12503-41AE-47CE-9BA2-336F11E36BEC}" destId="{6278A722-C7E0-41C4-B216-06FDAEA482AE}" srcOrd="6" destOrd="0" presId="urn:microsoft.com/office/officeart/2018/2/layout/IconVerticalSolidList"/>
    <dgm:cxn modelId="{86918CA8-3995-4B00-92DF-9163894BFBE3}" type="presParOf" srcId="{6278A722-C7E0-41C4-B216-06FDAEA482AE}" destId="{3826E801-BDA6-4F71-A927-98F723DE2B9A}" srcOrd="0" destOrd="0" presId="urn:microsoft.com/office/officeart/2018/2/layout/IconVerticalSolidList"/>
    <dgm:cxn modelId="{86720362-3CFF-48AB-9C7B-A77AE2B4F405}" type="presParOf" srcId="{6278A722-C7E0-41C4-B216-06FDAEA482AE}" destId="{8417115C-E740-4D4D-B2AA-2F8CAE203F37}" srcOrd="1" destOrd="0" presId="urn:microsoft.com/office/officeart/2018/2/layout/IconVerticalSolidList"/>
    <dgm:cxn modelId="{BD837BD3-4D31-496E-8C9A-F44A91CCF9FE}" type="presParOf" srcId="{6278A722-C7E0-41C4-B216-06FDAEA482AE}" destId="{FDEAD1F7-91D6-4C95-8C5F-8B5CD874A163}" srcOrd="2" destOrd="0" presId="urn:microsoft.com/office/officeart/2018/2/layout/IconVerticalSolidList"/>
    <dgm:cxn modelId="{B6C18DBB-F51F-41C0-8D6B-58C9E9687669}" type="presParOf" srcId="{6278A722-C7E0-41C4-B216-06FDAEA482AE}" destId="{01E7C041-C5EA-443D-A93C-EBF4355A8A4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50C2C6-949C-4EF0-BC4B-7FD5717B2D17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1A6E29-D687-4434-B670-9B97D133164E}">
      <dgm:prSet/>
      <dgm:spPr/>
      <dgm:t>
        <a:bodyPr/>
        <a:lstStyle/>
        <a:p>
          <a:r>
            <a:rPr lang="en-US"/>
            <a:t>Define models as Python classes (ORM maps them to DB tables)</a:t>
          </a:r>
        </a:p>
      </dgm:t>
    </dgm:pt>
    <dgm:pt modelId="{92465D80-2CF6-4CFA-BAA2-D3D26A10CA46}" type="parTrans" cxnId="{34AC26CB-01FE-49DF-A788-F1BAC5152424}">
      <dgm:prSet/>
      <dgm:spPr/>
      <dgm:t>
        <a:bodyPr/>
        <a:lstStyle/>
        <a:p>
          <a:endParaRPr lang="en-US"/>
        </a:p>
      </dgm:t>
    </dgm:pt>
    <dgm:pt modelId="{F0DF5121-45AD-4196-BDA9-4A540F2E2031}" type="sibTrans" cxnId="{34AC26CB-01FE-49DF-A788-F1BAC5152424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27D5B35-B1B6-45B6-A676-09CDEA14BF7B}">
      <dgm:prSet/>
      <dgm:spPr/>
      <dgm:t>
        <a:bodyPr/>
        <a:lstStyle/>
        <a:p>
          <a:r>
            <a:rPr lang="en-US"/>
            <a:t>Create migrations: python manage.py makemigrations</a:t>
          </a:r>
        </a:p>
      </dgm:t>
    </dgm:pt>
    <dgm:pt modelId="{6F33104B-9E15-447F-99AD-B8C05542FD1D}" type="parTrans" cxnId="{96B83948-F64C-4C23-8633-6FBBA9A6AE5A}">
      <dgm:prSet/>
      <dgm:spPr/>
      <dgm:t>
        <a:bodyPr/>
        <a:lstStyle/>
        <a:p>
          <a:endParaRPr lang="en-US"/>
        </a:p>
      </dgm:t>
    </dgm:pt>
    <dgm:pt modelId="{8F4786D7-A6D4-4AD0-BF9F-CA66053F82FD}" type="sibTrans" cxnId="{96B83948-F64C-4C23-8633-6FBBA9A6AE5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CD241D0-3338-4F12-B7DA-40BB01A24578}">
      <dgm:prSet/>
      <dgm:spPr/>
      <dgm:t>
        <a:bodyPr/>
        <a:lstStyle/>
        <a:p>
          <a:r>
            <a:rPr lang="en-US"/>
            <a:t>Apply migrations: python manage.py migrate</a:t>
          </a:r>
        </a:p>
      </dgm:t>
    </dgm:pt>
    <dgm:pt modelId="{958490C4-E815-4E43-A268-36F60823C395}" type="parTrans" cxnId="{F1FD7D74-D560-41A5-A0DD-4D0A6E725C67}">
      <dgm:prSet/>
      <dgm:spPr/>
      <dgm:t>
        <a:bodyPr/>
        <a:lstStyle/>
        <a:p>
          <a:endParaRPr lang="en-US"/>
        </a:p>
      </dgm:t>
    </dgm:pt>
    <dgm:pt modelId="{B0EB1943-F237-4BCA-A3A8-BC4FB623A1A0}" type="sibTrans" cxnId="{F1FD7D74-D560-41A5-A0DD-4D0A6E725C67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46EEC13-2D9A-4FC9-92AC-F839A02339AC}">
      <dgm:prSet/>
      <dgm:spPr/>
      <dgm:t>
        <a:bodyPr/>
        <a:lstStyle/>
        <a:p>
          <a:r>
            <a:rPr lang="en-US"/>
            <a:t>Register models in admin.py to get automatic CRUD UI</a:t>
          </a:r>
        </a:p>
      </dgm:t>
    </dgm:pt>
    <dgm:pt modelId="{DAD62544-B006-426D-A7BA-6395D5821CEE}" type="parTrans" cxnId="{A9A95695-BC7F-4CB4-BE35-B6FC2C456C1E}">
      <dgm:prSet/>
      <dgm:spPr/>
      <dgm:t>
        <a:bodyPr/>
        <a:lstStyle/>
        <a:p>
          <a:endParaRPr lang="en-US"/>
        </a:p>
      </dgm:t>
    </dgm:pt>
    <dgm:pt modelId="{EEDA93B3-C6AC-487C-89F0-A39BB2AEE99B}" type="sibTrans" cxnId="{A9A95695-BC7F-4CB4-BE35-B6FC2C456C1E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47D2C514-6AAD-B548-846B-32E318CFA340}" type="pres">
      <dgm:prSet presAssocID="{3850C2C6-949C-4EF0-BC4B-7FD5717B2D17}" presName="Name0" presStyleCnt="0">
        <dgm:presLayoutVars>
          <dgm:animLvl val="lvl"/>
          <dgm:resizeHandles val="exact"/>
        </dgm:presLayoutVars>
      </dgm:prSet>
      <dgm:spPr/>
    </dgm:pt>
    <dgm:pt modelId="{026C6C68-E1DB-1245-B5DE-ABCC3ED96941}" type="pres">
      <dgm:prSet presAssocID="{671A6E29-D687-4434-B670-9B97D133164E}" presName="compositeNode" presStyleCnt="0">
        <dgm:presLayoutVars>
          <dgm:bulletEnabled val="1"/>
        </dgm:presLayoutVars>
      </dgm:prSet>
      <dgm:spPr/>
    </dgm:pt>
    <dgm:pt modelId="{FDE8E353-A85C-EA4A-86B5-A4BE6A4B6647}" type="pres">
      <dgm:prSet presAssocID="{671A6E29-D687-4434-B670-9B97D133164E}" presName="bgRect" presStyleLbl="bgAccFollowNode1" presStyleIdx="0" presStyleCnt="4"/>
      <dgm:spPr/>
    </dgm:pt>
    <dgm:pt modelId="{9BDE06DC-9BE7-F041-9E94-1253358266BB}" type="pres">
      <dgm:prSet presAssocID="{F0DF5121-45AD-4196-BDA9-4A540F2E2031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EB329D85-0B9E-F948-A67A-AC698C49847D}" type="pres">
      <dgm:prSet presAssocID="{671A6E29-D687-4434-B670-9B97D133164E}" presName="bottomLine" presStyleLbl="alignNode1" presStyleIdx="1" presStyleCnt="8">
        <dgm:presLayoutVars/>
      </dgm:prSet>
      <dgm:spPr/>
    </dgm:pt>
    <dgm:pt modelId="{4432946D-9137-9240-841F-C13BE7A9BDCE}" type="pres">
      <dgm:prSet presAssocID="{671A6E29-D687-4434-B670-9B97D133164E}" presName="nodeText" presStyleLbl="bgAccFollowNode1" presStyleIdx="0" presStyleCnt="4">
        <dgm:presLayoutVars>
          <dgm:bulletEnabled val="1"/>
        </dgm:presLayoutVars>
      </dgm:prSet>
      <dgm:spPr/>
    </dgm:pt>
    <dgm:pt modelId="{49C35362-4D83-F64B-8ECF-14F9C4772EFB}" type="pres">
      <dgm:prSet presAssocID="{F0DF5121-45AD-4196-BDA9-4A540F2E2031}" presName="sibTrans" presStyleCnt="0"/>
      <dgm:spPr/>
    </dgm:pt>
    <dgm:pt modelId="{327098E2-6BAD-8341-9D21-E5506073B9D8}" type="pres">
      <dgm:prSet presAssocID="{327D5B35-B1B6-45B6-A676-09CDEA14BF7B}" presName="compositeNode" presStyleCnt="0">
        <dgm:presLayoutVars>
          <dgm:bulletEnabled val="1"/>
        </dgm:presLayoutVars>
      </dgm:prSet>
      <dgm:spPr/>
    </dgm:pt>
    <dgm:pt modelId="{4E877E57-6B59-3447-A61D-F6C67A1E2110}" type="pres">
      <dgm:prSet presAssocID="{327D5B35-B1B6-45B6-A676-09CDEA14BF7B}" presName="bgRect" presStyleLbl="bgAccFollowNode1" presStyleIdx="1" presStyleCnt="4"/>
      <dgm:spPr/>
    </dgm:pt>
    <dgm:pt modelId="{1BF5E398-EFEC-CD42-ABF2-C55762643C49}" type="pres">
      <dgm:prSet presAssocID="{8F4786D7-A6D4-4AD0-BF9F-CA66053F82FD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F19CD33D-8F54-6249-B343-CBEC896D3755}" type="pres">
      <dgm:prSet presAssocID="{327D5B35-B1B6-45B6-A676-09CDEA14BF7B}" presName="bottomLine" presStyleLbl="alignNode1" presStyleIdx="3" presStyleCnt="8">
        <dgm:presLayoutVars/>
      </dgm:prSet>
      <dgm:spPr/>
    </dgm:pt>
    <dgm:pt modelId="{5E7371E0-530C-3942-A29C-2EDB95535776}" type="pres">
      <dgm:prSet presAssocID="{327D5B35-B1B6-45B6-A676-09CDEA14BF7B}" presName="nodeText" presStyleLbl="bgAccFollowNode1" presStyleIdx="1" presStyleCnt="4">
        <dgm:presLayoutVars>
          <dgm:bulletEnabled val="1"/>
        </dgm:presLayoutVars>
      </dgm:prSet>
      <dgm:spPr/>
    </dgm:pt>
    <dgm:pt modelId="{6FC7FE20-D9F5-7B45-BC43-00DB9ABF7148}" type="pres">
      <dgm:prSet presAssocID="{8F4786D7-A6D4-4AD0-BF9F-CA66053F82FD}" presName="sibTrans" presStyleCnt="0"/>
      <dgm:spPr/>
    </dgm:pt>
    <dgm:pt modelId="{F5E3FAC1-C82F-0142-9C63-7C7646EAD3DA}" type="pres">
      <dgm:prSet presAssocID="{1CD241D0-3338-4F12-B7DA-40BB01A24578}" presName="compositeNode" presStyleCnt="0">
        <dgm:presLayoutVars>
          <dgm:bulletEnabled val="1"/>
        </dgm:presLayoutVars>
      </dgm:prSet>
      <dgm:spPr/>
    </dgm:pt>
    <dgm:pt modelId="{DF6425BD-90DC-244B-B971-3E153EA707F5}" type="pres">
      <dgm:prSet presAssocID="{1CD241D0-3338-4F12-B7DA-40BB01A24578}" presName="bgRect" presStyleLbl="bgAccFollowNode1" presStyleIdx="2" presStyleCnt="4"/>
      <dgm:spPr/>
    </dgm:pt>
    <dgm:pt modelId="{DF8C5425-EF71-2E4F-8D13-4CB5D66B0424}" type="pres">
      <dgm:prSet presAssocID="{B0EB1943-F237-4BCA-A3A8-BC4FB623A1A0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1E42E9E4-2866-8B43-88E1-81E8479195E3}" type="pres">
      <dgm:prSet presAssocID="{1CD241D0-3338-4F12-B7DA-40BB01A24578}" presName="bottomLine" presStyleLbl="alignNode1" presStyleIdx="5" presStyleCnt="8">
        <dgm:presLayoutVars/>
      </dgm:prSet>
      <dgm:spPr/>
    </dgm:pt>
    <dgm:pt modelId="{5BF30548-4398-1442-9068-FDB02BCAAEFD}" type="pres">
      <dgm:prSet presAssocID="{1CD241D0-3338-4F12-B7DA-40BB01A24578}" presName="nodeText" presStyleLbl="bgAccFollowNode1" presStyleIdx="2" presStyleCnt="4">
        <dgm:presLayoutVars>
          <dgm:bulletEnabled val="1"/>
        </dgm:presLayoutVars>
      </dgm:prSet>
      <dgm:spPr/>
    </dgm:pt>
    <dgm:pt modelId="{33E03860-40FF-954C-9BB4-959BAAE970EA}" type="pres">
      <dgm:prSet presAssocID="{B0EB1943-F237-4BCA-A3A8-BC4FB623A1A0}" presName="sibTrans" presStyleCnt="0"/>
      <dgm:spPr/>
    </dgm:pt>
    <dgm:pt modelId="{427F9145-3793-8F42-8E28-FD26001FF790}" type="pres">
      <dgm:prSet presAssocID="{146EEC13-2D9A-4FC9-92AC-F839A02339AC}" presName="compositeNode" presStyleCnt="0">
        <dgm:presLayoutVars>
          <dgm:bulletEnabled val="1"/>
        </dgm:presLayoutVars>
      </dgm:prSet>
      <dgm:spPr/>
    </dgm:pt>
    <dgm:pt modelId="{F3F44830-8BDB-7C49-9DEC-D6EE20FBE838}" type="pres">
      <dgm:prSet presAssocID="{146EEC13-2D9A-4FC9-92AC-F839A02339AC}" presName="bgRect" presStyleLbl="bgAccFollowNode1" presStyleIdx="3" presStyleCnt="4"/>
      <dgm:spPr/>
    </dgm:pt>
    <dgm:pt modelId="{4CFE6ADD-2A4E-3142-8C3C-528DCEE5A407}" type="pres">
      <dgm:prSet presAssocID="{EEDA93B3-C6AC-487C-89F0-A39BB2AEE99B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D43B628F-E64E-0E4C-9081-64BAF0C1767B}" type="pres">
      <dgm:prSet presAssocID="{146EEC13-2D9A-4FC9-92AC-F839A02339AC}" presName="bottomLine" presStyleLbl="alignNode1" presStyleIdx="7" presStyleCnt="8">
        <dgm:presLayoutVars/>
      </dgm:prSet>
      <dgm:spPr/>
    </dgm:pt>
    <dgm:pt modelId="{7DDE13A7-AF8D-184C-853C-0DCE6C50A899}" type="pres">
      <dgm:prSet presAssocID="{146EEC13-2D9A-4FC9-92AC-F839A02339AC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1DCFA32D-D327-A64D-8BF2-3B9D9C156C1B}" type="presOf" srcId="{146EEC13-2D9A-4FC9-92AC-F839A02339AC}" destId="{F3F44830-8BDB-7C49-9DEC-D6EE20FBE838}" srcOrd="0" destOrd="0" presId="urn:microsoft.com/office/officeart/2016/7/layout/BasicLinearProcessNumbered"/>
    <dgm:cxn modelId="{96B83948-F64C-4C23-8633-6FBBA9A6AE5A}" srcId="{3850C2C6-949C-4EF0-BC4B-7FD5717B2D17}" destId="{327D5B35-B1B6-45B6-A676-09CDEA14BF7B}" srcOrd="1" destOrd="0" parTransId="{6F33104B-9E15-447F-99AD-B8C05542FD1D}" sibTransId="{8F4786D7-A6D4-4AD0-BF9F-CA66053F82FD}"/>
    <dgm:cxn modelId="{645E4270-265D-0D49-AF96-FCFC3BA8BE49}" type="presOf" srcId="{1CD241D0-3338-4F12-B7DA-40BB01A24578}" destId="{DF6425BD-90DC-244B-B971-3E153EA707F5}" srcOrd="0" destOrd="0" presId="urn:microsoft.com/office/officeart/2016/7/layout/BasicLinearProcessNumbered"/>
    <dgm:cxn modelId="{63A23C73-589F-C542-8E4D-15F653CEA370}" type="presOf" srcId="{8F4786D7-A6D4-4AD0-BF9F-CA66053F82FD}" destId="{1BF5E398-EFEC-CD42-ABF2-C55762643C49}" srcOrd="0" destOrd="0" presId="urn:microsoft.com/office/officeart/2016/7/layout/BasicLinearProcessNumbered"/>
    <dgm:cxn modelId="{F1FD7D74-D560-41A5-A0DD-4D0A6E725C67}" srcId="{3850C2C6-949C-4EF0-BC4B-7FD5717B2D17}" destId="{1CD241D0-3338-4F12-B7DA-40BB01A24578}" srcOrd="2" destOrd="0" parTransId="{958490C4-E815-4E43-A268-36F60823C395}" sibTransId="{B0EB1943-F237-4BCA-A3A8-BC4FB623A1A0}"/>
    <dgm:cxn modelId="{ABC8AC7A-9A2C-224B-91AC-667B3AC217A8}" type="presOf" srcId="{146EEC13-2D9A-4FC9-92AC-F839A02339AC}" destId="{7DDE13A7-AF8D-184C-853C-0DCE6C50A899}" srcOrd="1" destOrd="0" presId="urn:microsoft.com/office/officeart/2016/7/layout/BasicLinearProcessNumbered"/>
    <dgm:cxn modelId="{B2B5B97A-4926-8C42-BF1C-0D1A4AE6B97E}" type="presOf" srcId="{327D5B35-B1B6-45B6-A676-09CDEA14BF7B}" destId="{4E877E57-6B59-3447-A61D-F6C67A1E2110}" srcOrd="0" destOrd="0" presId="urn:microsoft.com/office/officeart/2016/7/layout/BasicLinearProcessNumbered"/>
    <dgm:cxn modelId="{64D4CF7E-A72A-C149-B8E4-745585C64FCC}" type="presOf" srcId="{3850C2C6-949C-4EF0-BC4B-7FD5717B2D17}" destId="{47D2C514-6AAD-B548-846B-32E318CFA340}" srcOrd="0" destOrd="0" presId="urn:microsoft.com/office/officeart/2016/7/layout/BasicLinearProcessNumbered"/>
    <dgm:cxn modelId="{20A31583-FFF4-4E40-8227-F3067E569CC8}" type="presOf" srcId="{671A6E29-D687-4434-B670-9B97D133164E}" destId="{FDE8E353-A85C-EA4A-86B5-A4BE6A4B6647}" srcOrd="0" destOrd="0" presId="urn:microsoft.com/office/officeart/2016/7/layout/BasicLinearProcessNumbered"/>
    <dgm:cxn modelId="{99BA0E8A-AECF-5047-BAA2-2E07FBCAF42F}" type="presOf" srcId="{1CD241D0-3338-4F12-B7DA-40BB01A24578}" destId="{5BF30548-4398-1442-9068-FDB02BCAAEFD}" srcOrd="1" destOrd="0" presId="urn:microsoft.com/office/officeart/2016/7/layout/BasicLinearProcessNumbered"/>
    <dgm:cxn modelId="{A9A95695-BC7F-4CB4-BE35-B6FC2C456C1E}" srcId="{3850C2C6-949C-4EF0-BC4B-7FD5717B2D17}" destId="{146EEC13-2D9A-4FC9-92AC-F839A02339AC}" srcOrd="3" destOrd="0" parTransId="{DAD62544-B006-426D-A7BA-6395D5821CEE}" sibTransId="{EEDA93B3-C6AC-487C-89F0-A39BB2AEE99B}"/>
    <dgm:cxn modelId="{6A6F6BA0-2D3D-B04C-B987-C055FD9A6CA1}" type="presOf" srcId="{B0EB1943-F237-4BCA-A3A8-BC4FB623A1A0}" destId="{DF8C5425-EF71-2E4F-8D13-4CB5D66B0424}" srcOrd="0" destOrd="0" presId="urn:microsoft.com/office/officeart/2016/7/layout/BasicLinearProcessNumbered"/>
    <dgm:cxn modelId="{D88E1DB2-8782-F14F-9FFA-A91D038A1B19}" type="presOf" srcId="{327D5B35-B1B6-45B6-A676-09CDEA14BF7B}" destId="{5E7371E0-530C-3942-A29C-2EDB95535776}" srcOrd="1" destOrd="0" presId="urn:microsoft.com/office/officeart/2016/7/layout/BasicLinearProcessNumbered"/>
    <dgm:cxn modelId="{774233B5-980B-2846-BBB0-2A1ED546A8FC}" type="presOf" srcId="{F0DF5121-45AD-4196-BDA9-4A540F2E2031}" destId="{9BDE06DC-9BE7-F041-9E94-1253358266BB}" srcOrd="0" destOrd="0" presId="urn:microsoft.com/office/officeart/2016/7/layout/BasicLinearProcessNumbered"/>
    <dgm:cxn modelId="{FEFD4CBE-D256-1947-80B8-4241BED9F218}" type="presOf" srcId="{EEDA93B3-C6AC-487C-89F0-A39BB2AEE99B}" destId="{4CFE6ADD-2A4E-3142-8C3C-528DCEE5A407}" srcOrd="0" destOrd="0" presId="urn:microsoft.com/office/officeart/2016/7/layout/BasicLinearProcessNumbered"/>
    <dgm:cxn modelId="{EAC2F1C5-F359-BF4A-AAFF-6FA523D00EE2}" type="presOf" srcId="{671A6E29-D687-4434-B670-9B97D133164E}" destId="{4432946D-9137-9240-841F-C13BE7A9BDCE}" srcOrd="1" destOrd="0" presId="urn:microsoft.com/office/officeart/2016/7/layout/BasicLinearProcessNumbered"/>
    <dgm:cxn modelId="{34AC26CB-01FE-49DF-A788-F1BAC5152424}" srcId="{3850C2C6-949C-4EF0-BC4B-7FD5717B2D17}" destId="{671A6E29-D687-4434-B670-9B97D133164E}" srcOrd="0" destOrd="0" parTransId="{92465D80-2CF6-4CFA-BAA2-D3D26A10CA46}" sibTransId="{F0DF5121-45AD-4196-BDA9-4A540F2E2031}"/>
    <dgm:cxn modelId="{D7D45340-1B7E-9440-869E-7264DD3A5201}" type="presParOf" srcId="{47D2C514-6AAD-B548-846B-32E318CFA340}" destId="{026C6C68-E1DB-1245-B5DE-ABCC3ED96941}" srcOrd="0" destOrd="0" presId="urn:microsoft.com/office/officeart/2016/7/layout/BasicLinearProcessNumbered"/>
    <dgm:cxn modelId="{03091B4F-EC23-944A-AA27-84A329ED7F51}" type="presParOf" srcId="{026C6C68-E1DB-1245-B5DE-ABCC3ED96941}" destId="{FDE8E353-A85C-EA4A-86B5-A4BE6A4B6647}" srcOrd="0" destOrd="0" presId="urn:microsoft.com/office/officeart/2016/7/layout/BasicLinearProcessNumbered"/>
    <dgm:cxn modelId="{25BE1CBD-56BD-524E-B015-D8742E240617}" type="presParOf" srcId="{026C6C68-E1DB-1245-B5DE-ABCC3ED96941}" destId="{9BDE06DC-9BE7-F041-9E94-1253358266BB}" srcOrd="1" destOrd="0" presId="urn:microsoft.com/office/officeart/2016/7/layout/BasicLinearProcessNumbered"/>
    <dgm:cxn modelId="{A4B9D5DA-1611-5A45-9416-AB67B14657F9}" type="presParOf" srcId="{026C6C68-E1DB-1245-B5DE-ABCC3ED96941}" destId="{EB329D85-0B9E-F948-A67A-AC698C49847D}" srcOrd="2" destOrd="0" presId="urn:microsoft.com/office/officeart/2016/7/layout/BasicLinearProcessNumbered"/>
    <dgm:cxn modelId="{7E62DDF4-373F-424B-9CD9-A9C2156A535F}" type="presParOf" srcId="{026C6C68-E1DB-1245-B5DE-ABCC3ED96941}" destId="{4432946D-9137-9240-841F-C13BE7A9BDCE}" srcOrd="3" destOrd="0" presId="urn:microsoft.com/office/officeart/2016/7/layout/BasicLinearProcessNumbered"/>
    <dgm:cxn modelId="{296722A9-448B-F842-B49C-6D9F7FE78B18}" type="presParOf" srcId="{47D2C514-6AAD-B548-846B-32E318CFA340}" destId="{49C35362-4D83-F64B-8ECF-14F9C4772EFB}" srcOrd="1" destOrd="0" presId="urn:microsoft.com/office/officeart/2016/7/layout/BasicLinearProcessNumbered"/>
    <dgm:cxn modelId="{C5E96314-1C83-634F-8244-A2A9A8B6151F}" type="presParOf" srcId="{47D2C514-6AAD-B548-846B-32E318CFA340}" destId="{327098E2-6BAD-8341-9D21-E5506073B9D8}" srcOrd="2" destOrd="0" presId="urn:microsoft.com/office/officeart/2016/7/layout/BasicLinearProcessNumbered"/>
    <dgm:cxn modelId="{AE8A9D7C-C931-604C-B70C-007B633E01B5}" type="presParOf" srcId="{327098E2-6BAD-8341-9D21-E5506073B9D8}" destId="{4E877E57-6B59-3447-A61D-F6C67A1E2110}" srcOrd="0" destOrd="0" presId="urn:microsoft.com/office/officeart/2016/7/layout/BasicLinearProcessNumbered"/>
    <dgm:cxn modelId="{BCC27DCA-4D63-4547-A83C-A70093D65F29}" type="presParOf" srcId="{327098E2-6BAD-8341-9D21-E5506073B9D8}" destId="{1BF5E398-EFEC-CD42-ABF2-C55762643C49}" srcOrd="1" destOrd="0" presId="urn:microsoft.com/office/officeart/2016/7/layout/BasicLinearProcessNumbered"/>
    <dgm:cxn modelId="{93676CA6-673A-9740-850C-2DEFD724DA4D}" type="presParOf" srcId="{327098E2-6BAD-8341-9D21-E5506073B9D8}" destId="{F19CD33D-8F54-6249-B343-CBEC896D3755}" srcOrd="2" destOrd="0" presId="urn:microsoft.com/office/officeart/2016/7/layout/BasicLinearProcessNumbered"/>
    <dgm:cxn modelId="{8D9D8EF0-5FFF-DD40-9183-DCAA3C44F220}" type="presParOf" srcId="{327098E2-6BAD-8341-9D21-E5506073B9D8}" destId="{5E7371E0-530C-3942-A29C-2EDB95535776}" srcOrd="3" destOrd="0" presId="urn:microsoft.com/office/officeart/2016/7/layout/BasicLinearProcessNumbered"/>
    <dgm:cxn modelId="{E574243E-C0D3-E243-BC45-83C2C9B96ACE}" type="presParOf" srcId="{47D2C514-6AAD-B548-846B-32E318CFA340}" destId="{6FC7FE20-D9F5-7B45-BC43-00DB9ABF7148}" srcOrd="3" destOrd="0" presId="urn:microsoft.com/office/officeart/2016/7/layout/BasicLinearProcessNumbered"/>
    <dgm:cxn modelId="{2754149A-74FB-1A47-B992-F90D97C4584B}" type="presParOf" srcId="{47D2C514-6AAD-B548-846B-32E318CFA340}" destId="{F5E3FAC1-C82F-0142-9C63-7C7646EAD3DA}" srcOrd="4" destOrd="0" presId="urn:microsoft.com/office/officeart/2016/7/layout/BasicLinearProcessNumbered"/>
    <dgm:cxn modelId="{511C6DC5-5C36-5D4C-8258-6811F600F685}" type="presParOf" srcId="{F5E3FAC1-C82F-0142-9C63-7C7646EAD3DA}" destId="{DF6425BD-90DC-244B-B971-3E153EA707F5}" srcOrd="0" destOrd="0" presId="urn:microsoft.com/office/officeart/2016/7/layout/BasicLinearProcessNumbered"/>
    <dgm:cxn modelId="{A6467EBB-CFAA-594F-8A44-AD45B02DC7DC}" type="presParOf" srcId="{F5E3FAC1-C82F-0142-9C63-7C7646EAD3DA}" destId="{DF8C5425-EF71-2E4F-8D13-4CB5D66B0424}" srcOrd="1" destOrd="0" presId="urn:microsoft.com/office/officeart/2016/7/layout/BasicLinearProcessNumbered"/>
    <dgm:cxn modelId="{067675F5-B95F-0B4F-80DA-BF7D1161CCD6}" type="presParOf" srcId="{F5E3FAC1-C82F-0142-9C63-7C7646EAD3DA}" destId="{1E42E9E4-2866-8B43-88E1-81E8479195E3}" srcOrd="2" destOrd="0" presId="urn:microsoft.com/office/officeart/2016/7/layout/BasicLinearProcessNumbered"/>
    <dgm:cxn modelId="{1CC8B2B0-535A-FC41-A0B7-7D7EBC6A96E5}" type="presParOf" srcId="{F5E3FAC1-C82F-0142-9C63-7C7646EAD3DA}" destId="{5BF30548-4398-1442-9068-FDB02BCAAEFD}" srcOrd="3" destOrd="0" presId="urn:microsoft.com/office/officeart/2016/7/layout/BasicLinearProcessNumbered"/>
    <dgm:cxn modelId="{5E68A459-4894-8543-A4EB-270B287B0237}" type="presParOf" srcId="{47D2C514-6AAD-B548-846B-32E318CFA340}" destId="{33E03860-40FF-954C-9BB4-959BAAE970EA}" srcOrd="5" destOrd="0" presId="urn:microsoft.com/office/officeart/2016/7/layout/BasicLinearProcessNumbered"/>
    <dgm:cxn modelId="{DCBD4104-D8FF-394B-97B4-5762F7A91D83}" type="presParOf" srcId="{47D2C514-6AAD-B548-846B-32E318CFA340}" destId="{427F9145-3793-8F42-8E28-FD26001FF790}" srcOrd="6" destOrd="0" presId="urn:microsoft.com/office/officeart/2016/7/layout/BasicLinearProcessNumbered"/>
    <dgm:cxn modelId="{EF186833-01B8-C04B-91D7-E0CD5049EF95}" type="presParOf" srcId="{427F9145-3793-8F42-8E28-FD26001FF790}" destId="{F3F44830-8BDB-7C49-9DEC-D6EE20FBE838}" srcOrd="0" destOrd="0" presId="urn:microsoft.com/office/officeart/2016/7/layout/BasicLinearProcessNumbered"/>
    <dgm:cxn modelId="{55EE0B3D-DEA8-D043-960D-53FF632DB038}" type="presParOf" srcId="{427F9145-3793-8F42-8E28-FD26001FF790}" destId="{4CFE6ADD-2A4E-3142-8C3C-528DCEE5A407}" srcOrd="1" destOrd="0" presId="urn:microsoft.com/office/officeart/2016/7/layout/BasicLinearProcessNumbered"/>
    <dgm:cxn modelId="{F616D674-2A1D-F646-845F-AE4C3AE146DA}" type="presParOf" srcId="{427F9145-3793-8F42-8E28-FD26001FF790}" destId="{D43B628F-E64E-0E4C-9081-64BAF0C1767B}" srcOrd="2" destOrd="0" presId="urn:microsoft.com/office/officeart/2016/7/layout/BasicLinearProcessNumbered"/>
    <dgm:cxn modelId="{56977790-01D8-FA41-A84C-836A9C8BAF97}" type="presParOf" srcId="{427F9145-3793-8F42-8E28-FD26001FF790}" destId="{7DDE13A7-AF8D-184C-853C-0DCE6C50A89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AECD262-8A73-45F3-8BAB-376AD41B294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82C86B-F741-401F-B9A2-A63ECF3CC1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MVT: Model (data), View (logic), Template (presentation)</a:t>
          </a:r>
        </a:p>
      </dgm:t>
    </dgm:pt>
    <dgm:pt modelId="{31E12F25-BA7E-48EF-9077-5089CBCBA1CA}" type="parTrans" cxnId="{13276018-6541-4534-A5F4-9823DC0357AD}">
      <dgm:prSet/>
      <dgm:spPr/>
      <dgm:t>
        <a:bodyPr/>
        <a:lstStyle/>
        <a:p>
          <a:endParaRPr lang="en-US"/>
        </a:p>
      </dgm:t>
    </dgm:pt>
    <dgm:pt modelId="{DFA39EC2-A596-4CA4-B5E7-B2E7FAF6C67B}" type="sibTrans" cxnId="{13276018-6541-4534-A5F4-9823DC0357AD}">
      <dgm:prSet/>
      <dgm:spPr/>
      <dgm:t>
        <a:bodyPr/>
        <a:lstStyle/>
        <a:p>
          <a:endParaRPr lang="en-US"/>
        </a:p>
      </dgm:t>
    </dgm:pt>
    <dgm:pt modelId="{665020F5-3CF5-479A-B855-E6F85E689E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Batteries-included: many features built-in and ready to use</a:t>
          </a:r>
        </a:p>
      </dgm:t>
    </dgm:pt>
    <dgm:pt modelId="{3D8BDBB8-861E-421B-9A82-03348C54178E}" type="parTrans" cxnId="{F0D95AB4-D5F6-4047-9BAE-B4405F60F3DB}">
      <dgm:prSet/>
      <dgm:spPr/>
      <dgm:t>
        <a:bodyPr/>
        <a:lstStyle/>
        <a:p>
          <a:endParaRPr lang="en-US"/>
        </a:p>
      </dgm:t>
    </dgm:pt>
    <dgm:pt modelId="{2928EBD5-35F5-457B-B15E-59689209442D}" type="sibTrans" cxnId="{F0D95AB4-D5F6-4047-9BAE-B4405F60F3DB}">
      <dgm:prSet/>
      <dgm:spPr/>
      <dgm:t>
        <a:bodyPr/>
        <a:lstStyle/>
        <a:p>
          <a:endParaRPr lang="en-US"/>
        </a:p>
      </dgm:t>
    </dgm:pt>
    <dgm:pt modelId="{89AE5430-DB68-4390-A463-86E7A8DF13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pip + virtualenv: manage and isolate project dependencies</a:t>
          </a:r>
        </a:p>
      </dgm:t>
    </dgm:pt>
    <dgm:pt modelId="{399E8DF6-7B68-4F97-B54D-9F08B68771B2}" type="parTrans" cxnId="{3B3A3220-9219-4AE4-9E14-88A677B6113A}">
      <dgm:prSet/>
      <dgm:spPr/>
      <dgm:t>
        <a:bodyPr/>
        <a:lstStyle/>
        <a:p>
          <a:endParaRPr lang="en-US"/>
        </a:p>
      </dgm:t>
    </dgm:pt>
    <dgm:pt modelId="{BDF90B19-B871-47A4-91CE-C4B47021BFB9}" type="sibTrans" cxnId="{3B3A3220-9219-4AE4-9E14-88A677B6113A}">
      <dgm:prSet/>
      <dgm:spPr/>
      <dgm:t>
        <a:bodyPr/>
        <a:lstStyle/>
        <a:p>
          <a:endParaRPr lang="en-US"/>
        </a:p>
      </dgm:t>
    </dgm:pt>
    <dgm:pt modelId="{CAE3CBDE-D9A8-4643-8958-F34D0FAE10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Scaffolding &amp; commands: startproject, startapp, migrate, runserver</a:t>
          </a:r>
        </a:p>
      </dgm:t>
    </dgm:pt>
    <dgm:pt modelId="{B8340FF9-CC83-4597-86F4-94F36D4EAABE}" type="parTrans" cxnId="{B4A621A8-C10D-42F1-8614-66F4EC971A51}">
      <dgm:prSet/>
      <dgm:spPr/>
      <dgm:t>
        <a:bodyPr/>
        <a:lstStyle/>
        <a:p>
          <a:endParaRPr lang="en-US"/>
        </a:p>
      </dgm:t>
    </dgm:pt>
    <dgm:pt modelId="{C15533A8-8798-4E42-A5D2-F9E786F68161}" type="sibTrans" cxnId="{B4A621A8-C10D-42F1-8614-66F4EC971A51}">
      <dgm:prSet/>
      <dgm:spPr/>
      <dgm:t>
        <a:bodyPr/>
        <a:lstStyle/>
        <a:p>
          <a:endParaRPr lang="en-US"/>
        </a:p>
      </dgm:t>
    </dgm:pt>
    <dgm:pt modelId="{51DF550D-5605-4A45-9DA7-21F3961C5E4E}" type="pres">
      <dgm:prSet presAssocID="{2AECD262-8A73-45F3-8BAB-376AD41B294A}" presName="root" presStyleCnt="0">
        <dgm:presLayoutVars>
          <dgm:dir/>
          <dgm:resizeHandles val="exact"/>
        </dgm:presLayoutVars>
      </dgm:prSet>
      <dgm:spPr/>
    </dgm:pt>
    <dgm:pt modelId="{187CC783-BE63-4239-9FC7-E055BEF4B5AD}" type="pres">
      <dgm:prSet presAssocID="{8382C86B-F741-401F-B9A2-A63ECF3CC181}" presName="compNode" presStyleCnt="0"/>
      <dgm:spPr/>
    </dgm:pt>
    <dgm:pt modelId="{5BD83B32-F898-439D-9379-FEF76858A4E6}" type="pres">
      <dgm:prSet presAssocID="{8382C86B-F741-401F-B9A2-A63ECF3CC181}" presName="bgRect" presStyleLbl="bgShp" presStyleIdx="0" presStyleCnt="4"/>
      <dgm:spPr/>
    </dgm:pt>
    <dgm:pt modelId="{AAD811FF-336E-4E04-9287-A3A21889CB5A}" type="pres">
      <dgm:prSet presAssocID="{8382C86B-F741-401F-B9A2-A63ECF3CC18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9C77DA7D-EEB8-4CFA-A301-FC0D9FB3BEA2}" type="pres">
      <dgm:prSet presAssocID="{8382C86B-F741-401F-B9A2-A63ECF3CC181}" presName="spaceRect" presStyleCnt="0"/>
      <dgm:spPr/>
    </dgm:pt>
    <dgm:pt modelId="{6EBAA354-A07D-4367-9685-B4237297C34B}" type="pres">
      <dgm:prSet presAssocID="{8382C86B-F741-401F-B9A2-A63ECF3CC181}" presName="parTx" presStyleLbl="revTx" presStyleIdx="0" presStyleCnt="4">
        <dgm:presLayoutVars>
          <dgm:chMax val="0"/>
          <dgm:chPref val="0"/>
        </dgm:presLayoutVars>
      </dgm:prSet>
      <dgm:spPr/>
    </dgm:pt>
    <dgm:pt modelId="{C0F0E357-5E52-4881-B3D7-49B2AA3F3E2C}" type="pres">
      <dgm:prSet presAssocID="{DFA39EC2-A596-4CA4-B5E7-B2E7FAF6C67B}" presName="sibTrans" presStyleCnt="0"/>
      <dgm:spPr/>
    </dgm:pt>
    <dgm:pt modelId="{E9A4D8AC-90B3-4BED-BB7C-FF559E3B0422}" type="pres">
      <dgm:prSet presAssocID="{665020F5-3CF5-479A-B855-E6F85E689E7A}" presName="compNode" presStyleCnt="0"/>
      <dgm:spPr/>
    </dgm:pt>
    <dgm:pt modelId="{F11F89A3-BA9D-4ED0-BFD5-22DDEDA842B3}" type="pres">
      <dgm:prSet presAssocID="{665020F5-3CF5-479A-B855-E6F85E689E7A}" presName="bgRect" presStyleLbl="bgShp" presStyleIdx="1" presStyleCnt="4"/>
      <dgm:spPr/>
    </dgm:pt>
    <dgm:pt modelId="{30DA7C35-0816-44E1-A51E-7D147000C064}" type="pres">
      <dgm:prSet presAssocID="{665020F5-3CF5-479A-B855-E6F85E689E7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086FF9C2-D643-4734-BD43-445805A41F49}" type="pres">
      <dgm:prSet presAssocID="{665020F5-3CF5-479A-B855-E6F85E689E7A}" presName="spaceRect" presStyleCnt="0"/>
      <dgm:spPr/>
    </dgm:pt>
    <dgm:pt modelId="{3D63B651-EC83-4311-A789-A01316D61F0A}" type="pres">
      <dgm:prSet presAssocID="{665020F5-3CF5-479A-B855-E6F85E689E7A}" presName="parTx" presStyleLbl="revTx" presStyleIdx="1" presStyleCnt="4">
        <dgm:presLayoutVars>
          <dgm:chMax val="0"/>
          <dgm:chPref val="0"/>
        </dgm:presLayoutVars>
      </dgm:prSet>
      <dgm:spPr/>
    </dgm:pt>
    <dgm:pt modelId="{5468ABF7-D9B8-496D-A646-2698C713BECF}" type="pres">
      <dgm:prSet presAssocID="{2928EBD5-35F5-457B-B15E-59689209442D}" presName="sibTrans" presStyleCnt="0"/>
      <dgm:spPr/>
    </dgm:pt>
    <dgm:pt modelId="{37B947D3-7CCE-4900-9134-FA4B6438CF1D}" type="pres">
      <dgm:prSet presAssocID="{89AE5430-DB68-4390-A463-86E7A8DF137D}" presName="compNode" presStyleCnt="0"/>
      <dgm:spPr/>
    </dgm:pt>
    <dgm:pt modelId="{094028F6-5D60-40E2-B310-F1BFE2A2F33B}" type="pres">
      <dgm:prSet presAssocID="{89AE5430-DB68-4390-A463-86E7A8DF137D}" presName="bgRect" presStyleLbl="bgShp" presStyleIdx="2" presStyleCnt="4"/>
      <dgm:spPr/>
    </dgm:pt>
    <dgm:pt modelId="{C9C08577-4146-4F32-B502-ABB596AFA40F}" type="pres">
      <dgm:prSet presAssocID="{89AE5430-DB68-4390-A463-86E7A8DF137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87A7329-9F3C-48BC-A8FE-7E67EDD0490E}" type="pres">
      <dgm:prSet presAssocID="{89AE5430-DB68-4390-A463-86E7A8DF137D}" presName="spaceRect" presStyleCnt="0"/>
      <dgm:spPr/>
    </dgm:pt>
    <dgm:pt modelId="{ECC3EBC6-17A5-48C2-BD0F-09543B09FFE3}" type="pres">
      <dgm:prSet presAssocID="{89AE5430-DB68-4390-A463-86E7A8DF137D}" presName="parTx" presStyleLbl="revTx" presStyleIdx="2" presStyleCnt="4">
        <dgm:presLayoutVars>
          <dgm:chMax val="0"/>
          <dgm:chPref val="0"/>
        </dgm:presLayoutVars>
      </dgm:prSet>
      <dgm:spPr/>
    </dgm:pt>
    <dgm:pt modelId="{62F2287F-A884-4AF5-8BD8-DE6CDEB98668}" type="pres">
      <dgm:prSet presAssocID="{BDF90B19-B871-47A4-91CE-C4B47021BFB9}" presName="sibTrans" presStyleCnt="0"/>
      <dgm:spPr/>
    </dgm:pt>
    <dgm:pt modelId="{1C052093-B866-4CDC-863E-624794422D4B}" type="pres">
      <dgm:prSet presAssocID="{CAE3CBDE-D9A8-4643-8958-F34D0FAE10F2}" presName="compNode" presStyleCnt="0"/>
      <dgm:spPr/>
    </dgm:pt>
    <dgm:pt modelId="{18B30227-A147-49BD-9B80-A5DB2CA6DB9E}" type="pres">
      <dgm:prSet presAssocID="{CAE3CBDE-D9A8-4643-8958-F34D0FAE10F2}" presName="bgRect" presStyleLbl="bgShp" presStyleIdx="3" presStyleCnt="4"/>
      <dgm:spPr/>
    </dgm:pt>
    <dgm:pt modelId="{88D52BBE-356F-4894-92E9-931209BFF9B1}" type="pres">
      <dgm:prSet presAssocID="{CAE3CBDE-D9A8-4643-8958-F34D0FAE10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2787214-1CB7-4E71-B332-5E034A869F18}" type="pres">
      <dgm:prSet presAssocID="{CAE3CBDE-D9A8-4643-8958-F34D0FAE10F2}" presName="spaceRect" presStyleCnt="0"/>
      <dgm:spPr/>
    </dgm:pt>
    <dgm:pt modelId="{61A4C1DF-5A77-4F47-B0BB-2983B0E27078}" type="pres">
      <dgm:prSet presAssocID="{CAE3CBDE-D9A8-4643-8958-F34D0FAE10F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86ACD16-D000-4B81-9F6B-F3B7320DCCF4}" type="presOf" srcId="{CAE3CBDE-D9A8-4643-8958-F34D0FAE10F2}" destId="{61A4C1DF-5A77-4F47-B0BB-2983B0E27078}" srcOrd="0" destOrd="0" presId="urn:microsoft.com/office/officeart/2018/2/layout/IconVerticalSolidList"/>
    <dgm:cxn modelId="{13276018-6541-4534-A5F4-9823DC0357AD}" srcId="{2AECD262-8A73-45F3-8BAB-376AD41B294A}" destId="{8382C86B-F741-401F-B9A2-A63ECF3CC181}" srcOrd="0" destOrd="0" parTransId="{31E12F25-BA7E-48EF-9077-5089CBCBA1CA}" sibTransId="{DFA39EC2-A596-4CA4-B5E7-B2E7FAF6C67B}"/>
    <dgm:cxn modelId="{3B3A3220-9219-4AE4-9E14-88A677B6113A}" srcId="{2AECD262-8A73-45F3-8BAB-376AD41B294A}" destId="{89AE5430-DB68-4390-A463-86E7A8DF137D}" srcOrd="2" destOrd="0" parTransId="{399E8DF6-7B68-4F97-B54D-9F08B68771B2}" sibTransId="{BDF90B19-B871-47A4-91CE-C4B47021BFB9}"/>
    <dgm:cxn modelId="{A6B3055C-E991-42B0-B9B2-3F7C02E2A3E9}" type="presOf" srcId="{665020F5-3CF5-479A-B855-E6F85E689E7A}" destId="{3D63B651-EC83-4311-A789-A01316D61F0A}" srcOrd="0" destOrd="0" presId="urn:microsoft.com/office/officeart/2018/2/layout/IconVerticalSolidList"/>
    <dgm:cxn modelId="{20118F62-4B5F-47C7-A716-C9A4F11CAF3F}" type="presOf" srcId="{8382C86B-F741-401F-B9A2-A63ECF3CC181}" destId="{6EBAA354-A07D-4367-9685-B4237297C34B}" srcOrd="0" destOrd="0" presId="urn:microsoft.com/office/officeart/2018/2/layout/IconVerticalSolidList"/>
    <dgm:cxn modelId="{B4A621A8-C10D-42F1-8614-66F4EC971A51}" srcId="{2AECD262-8A73-45F3-8BAB-376AD41B294A}" destId="{CAE3CBDE-D9A8-4643-8958-F34D0FAE10F2}" srcOrd="3" destOrd="0" parTransId="{B8340FF9-CC83-4597-86F4-94F36D4EAABE}" sibTransId="{C15533A8-8798-4E42-A5D2-F9E786F68161}"/>
    <dgm:cxn modelId="{F0D95AB4-D5F6-4047-9BAE-B4405F60F3DB}" srcId="{2AECD262-8A73-45F3-8BAB-376AD41B294A}" destId="{665020F5-3CF5-479A-B855-E6F85E689E7A}" srcOrd="1" destOrd="0" parTransId="{3D8BDBB8-861E-421B-9A82-03348C54178E}" sibTransId="{2928EBD5-35F5-457B-B15E-59689209442D}"/>
    <dgm:cxn modelId="{19E264C0-A391-4487-ADBA-021BD9B9A9F1}" type="presOf" srcId="{2AECD262-8A73-45F3-8BAB-376AD41B294A}" destId="{51DF550D-5605-4A45-9DA7-21F3961C5E4E}" srcOrd="0" destOrd="0" presId="urn:microsoft.com/office/officeart/2018/2/layout/IconVerticalSolidList"/>
    <dgm:cxn modelId="{77568ED2-9113-42BE-997E-38DD266A3DF6}" type="presOf" srcId="{89AE5430-DB68-4390-A463-86E7A8DF137D}" destId="{ECC3EBC6-17A5-48C2-BD0F-09543B09FFE3}" srcOrd="0" destOrd="0" presId="urn:microsoft.com/office/officeart/2018/2/layout/IconVerticalSolidList"/>
    <dgm:cxn modelId="{926AC5BD-0EC2-42B5-A6A9-4226678CBF46}" type="presParOf" srcId="{51DF550D-5605-4A45-9DA7-21F3961C5E4E}" destId="{187CC783-BE63-4239-9FC7-E055BEF4B5AD}" srcOrd="0" destOrd="0" presId="urn:microsoft.com/office/officeart/2018/2/layout/IconVerticalSolidList"/>
    <dgm:cxn modelId="{BD790060-DA7F-4875-9031-ED4C87FFE5AE}" type="presParOf" srcId="{187CC783-BE63-4239-9FC7-E055BEF4B5AD}" destId="{5BD83B32-F898-439D-9379-FEF76858A4E6}" srcOrd="0" destOrd="0" presId="urn:microsoft.com/office/officeart/2018/2/layout/IconVerticalSolidList"/>
    <dgm:cxn modelId="{7AEA076F-0E79-4251-9094-83CB381887B7}" type="presParOf" srcId="{187CC783-BE63-4239-9FC7-E055BEF4B5AD}" destId="{AAD811FF-336E-4E04-9287-A3A21889CB5A}" srcOrd="1" destOrd="0" presId="urn:microsoft.com/office/officeart/2018/2/layout/IconVerticalSolidList"/>
    <dgm:cxn modelId="{C210531C-793F-4CBC-A97E-1F53C708AB78}" type="presParOf" srcId="{187CC783-BE63-4239-9FC7-E055BEF4B5AD}" destId="{9C77DA7D-EEB8-4CFA-A301-FC0D9FB3BEA2}" srcOrd="2" destOrd="0" presId="urn:microsoft.com/office/officeart/2018/2/layout/IconVerticalSolidList"/>
    <dgm:cxn modelId="{F998016A-FBD0-4E5A-BE0F-716722C6E484}" type="presParOf" srcId="{187CC783-BE63-4239-9FC7-E055BEF4B5AD}" destId="{6EBAA354-A07D-4367-9685-B4237297C34B}" srcOrd="3" destOrd="0" presId="urn:microsoft.com/office/officeart/2018/2/layout/IconVerticalSolidList"/>
    <dgm:cxn modelId="{A8D1B387-688F-44DD-8E31-0348563C3A54}" type="presParOf" srcId="{51DF550D-5605-4A45-9DA7-21F3961C5E4E}" destId="{C0F0E357-5E52-4881-B3D7-49B2AA3F3E2C}" srcOrd="1" destOrd="0" presId="urn:microsoft.com/office/officeart/2018/2/layout/IconVerticalSolidList"/>
    <dgm:cxn modelId="{F05D7100-B007-400E-9220-7902C5EE79C9}" type="presParOf" srcId="{51DF550D-5605-4A45-9DA7-21F3961C5E4E}" destId="{E9A4D8AC-90B3-4BED-BB7C-FF559E3B0422}" srcOrd="2" destOrd="0" presId="urn:microsoft.com/office/officeart/2018/2/layout/IconVerticalSolidList"/>
    <dgm:cxn modelId="{81723B1E-E5C1-49B3-9315-CEB53811E1FC}" type="presParOf" srcId="{E9A4D8AC-90B3-4BED-BB7C-FF559E3B0422}" destId="{F11F89A3-BA9D-4ED0-BFD5-22DDEDA842B3}" srcOrd="0" destOrd="0" presId="urn:microsoft.com/office/officeart/2018/2/layout/IconVerticalSolidList"/>
    <dgm:cxn modelId="{7447C400-FFEE-4D2F-8D53-D7AF693821C5}" type="presParOf" srcId="{E9A4D8AC-90B3-4BED-BB7C-FF559E3B0422}" destId="{30DA7C35-0816-44E1-A51E-7D147000C064}" srcOrd="1" destOrd="0" presId="urn:microsoft.com/office/officeart/2018/2/layout/IconVerticalSolidList"/>
    <dgm:cxn modelId="{B042AEC0-35F5-49F0-BC11-3CB2F45EE120}" type="presParOf" srcId="{E9A4D8AC-90B3-4BED-BB7C-FF559E3B0422}" destId="{086FF9C2-D643-4734-BD43-445805A41F49}" srcOrd="2" destOrd="0" presId="urn:microsoft.com/office/officeart/2018/2/layout/IconVerticalSolidList"/>
    <dgm:cxn modelId="{720C6F03-1F3B-47A0-A514-9795B9D54592}" type="presParOf" srcId="{E9A4D8AC-90B3-4BED-BB7C-FF559E3B0422}" destId="{3D63B651-EC83-4311-A789-A01316D61F0A}" srcOrd="3" destOrd="0" presId="urn:microsoft.com/office/officeart/2018/2/layout/IconVerticalSolidList"/>
    <dgm:cxn modelId="{AADE76E2-90F2-4C3B-B454-DB2160A0492C}" type="presParOf" srcId="{51DF550D-5605-4A45-9DA7-21F3961C5E4E}" destId="{5468ABF7-D9B8-496D-A646-2698C713BECF}" srcOrd="3" destOrd="0" presId="urn:microsoft.com/office/officeart/2018/2/layout/IconVerticalSolidList"/>
    <dgm:cxn modelId="{C1D9DD75-4365-4D5C-A3FD-5FC27EDC3AEF}" type="presParOf" srcId="{51DF550D-5605-4A45-9DA7-21F3961C5E4E}" destId="{37B947D3-7CCE-4900-9134-FA4B6438CF1D}" srcOrd="4" destOrd="0" presId="urn:microsoft.com/office/officeart/2018/2/layout/IconVerticalSolidList"/>
    <dgm:cxn modelId="{A3F2F960-E0D8-4455-8362-9F260469CE89}" type="presParOf" srcId="{37B947D3-7CCE-4900-9134-FA4B6438CF1D}" destId="{094028F6-5D60-40E2-B310-F1BFE2A2F33B}" srcOrd="0" destOrd="0" presId="urn:microsoft.com/office/officeart/2018/2/layout/IconVerticalSolidList"/>
    <dgm:cxn modelId="{A3F411D3-1390-4B82-9673-FE4B77E9F4AA}" type="presParOf" srcId="{37B947D3-7CCE-4900-9134-FA4B6438CF1D}" destId="{C9C08577-4146-4F32-B502-ABB596AFA40F}" srcOrd="1" destOrd="0" presId="urn:microsoft.com/office/officeart/2018/2/layout/IconVerticalSolidList"/>
    <dgm:cxn modelId="{EC197BDF-4D2E-45C4-B924-849E7297776D}" type="presParOf" srcId="{37B947D3-7CCE-4900-9134-FA4B6438CF1D}" destId="{E87A7329-9F3C-48BC-A8FE-7E67EDD0490E}" srcOrd="2" destOrd="0" presId="urn:microsoft.com/office/officeart/2018/2/layout/IconVerticalSolidList"/>
    <dgm:cxn modelId="{3DE7377F-78A6-45ED-969F-15D9A6A80B10}" type="presParOf" srcId="{37B947D3-7CCE-4900-9134-FA4B6438CF1D}" destId="{ECC3EBC6-17A5-48C2-BD0F-09543B09FFE3}" srcOrd="3" destOrd="0" presId="urn:microsoft.com/office/officeart/2018/2/layout/IconVerticalSolidList"/>
    <dgm:cxn modelId="{6B03FC05-6252-44D3-B6D4-806E2D8AC074}" type="presParOf" srcId="{51DF550D-5605-4A45-9DA7-21F3961C5E4E}" destId="{62F2287F-A884-4AF5-8BD8-DE6CDEB98668}" srcOrd="5" destOrd="0" presId="urn:microsoft.com/office/officeart/2018/2/layout/IconVerticalSolidList"/>
    <dgm:cxn modelId="{5BFFBB0E-ED7E-4F93-A40E-93E702958178}" type="presParOf" srcId="{51DF550D-5605-4A45-9DA7-21F3961C5E4E}" destId="{1C052093-B866-4CDC-863E-624794422D4B}" srcOrd="6" destOrd="0" presId="urn:microsoft.com/office/officeart/2018/2/layout/IconVerticalSolidList"/>
    <dgm:cxn modelId="{9E8E3CA9-2CC5-4B04-97AB-3002F03BF34B}" type="presParOf" srcId="{1C052093-B866-4CDC-863E-624794422D4B}" destId="{18B30227-A147-49BD-9B80-A5DB2CA6DB9E}" srcOrd="0" destOrd="0" presId="urn:microsoft.com/office/officeart/2018/2/layout/IconVerticalSolidList"/>
    <dgm:cxn modelId="{1C4924EA-7C90-462F-B312-3A6BD4F57D5A}" type="presParOf" srcId="{1C052093-B866-4CDC-863E-624794422D4B}" destId="{88D52BBE-356F-4894-92E9-931209BFF9B1}" srcOrd="1" destOrd="0" presId="urn:microsoft.com/office/officeart/2018/2/layout/IconVerticalSolidList"/>
    <dgm:cxn modelId="{CF772B53-751C-4C56-AB81-841F4AC76D43}" type="presParOf" srcId="{1C052093-B866-4CDC-863E-624794422D4B}" destId="{82787214-1CB7-4E71-B332-5E034A869F18}" srcOrd="2" destOrd="0" presId="urn:microsoft.com/office/officeart/2018/2/layout/IconVerticalSolidList"/>
    <dgm:cxn modelId="{2C96610F-5663-4889-B7A0-7C6033C08B9D}" type="presParOf" srcId="{1C052093-B866-4CDC-863E-624794422D4B}" destId="{61A4C1DF-5A77-4F47-B0BB-2983B0E2707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005EAE-6468-45F5-AC07-F5BCA63020B6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9F6272-DA6E-4E70-982F-E40E42B6A9B7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297A3E-397E-4AC7-A270-9DE5DAF81869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Model</a:t>
          </a:r>
          <a:r>
            <a:rPr lang="en-US" sz="2300" kern="1200"/>
            <a:t> → Python classes representing database tables (ORM).</a:t>
          </a:r>
        </a:p>
      </dsp:txBody>
      <dsp:txXfrm>
        <a:off x="1437631" y="531"/>
        <a:ext cx="6449068" cy="1244702"/>
      </dsp:txXfrm>
    </dsp:sp>
    <dsp:sp modelId="{10A93500-0A17-4481-B63B-CC104E22E8EC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B7C457-8D65-4A49-9EA1-85A445B953B2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2E4E2-AFEE-4179-84B1-FFCEABF77A36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View</a:t>
          </a:r>
          <a:r>
            <a:rPr lang="en-US" sz="2300" kern="1200"/>
            <a:t> → Functions handling web requests and responses. Django replaces the traditional MVC “Controller” with the </a:t>
          </a:r>
          <a:r>
            <a:rPr lang="en-US" sz="2300" b="1" kern="1200"/>
            <a:t>View</a:t>
          </a:r>
          <a:r>
            <a:rPr lang="en-US" sz="2300" kern="1200"/>
            <a:t>.</a:t>
          </a:r>
        </a:p>
      </dsp:txBody>
      <dsp:txXfrm>
        <a:off x="1437631" y="1556410"/>
        <a:ext cx="6449068" cy="1244702"/>
      </dsp:txXfrm>
    </dsp:sp>
    <dsp:sp modelId="{5970E32C-5E72-4D66-987E-4CC4809ECC75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242242-962C-4F75-ABC9-62A430F5E493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C6F10-993F-47FC-903D-607D03964477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Template</a:t>
          </a:r>
          <a:r>
            <a:rPr lang="en-US" sz="2300" kern="1200"/>
            <a:t> → HTML files with placeholders to display data.</a:t>
          </a:r>
        </a:p>
      </dsp:txBody>
      <dsp:txXfrm>
        <a:off x="1437631" y="3112289"/>
        <a:ext cx="64490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671EF-6B5E-44F9-998C-04C918FD3A8F}">
      <dsp:nvSpPr>
        <dsp:cNvPr id="0" name=""/>
        <dsp:cNvSpPr/>
      </dsp:nvSpPr>
      <dsp:spPr>
        <a:xfrm>
          <a:off x="376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86410-06C8-4B6C-8492-7C43E094A4A2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A4E90-3810-483A-8277-31F975079F73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High-level Python web framework for rapid development</a:t>
          </a:r>
        </a:p>
      </dsp:txBody>
      <dsp:txXfrm>
        <a:off x="25435" y="2456402"/>
        <a:ext cx="1800000" cy="720000"/>
      </dsp:txXfrm>
    </dsp:sp>
    <dsp:sp modelId="{25F538A7-BEBA-4038-8CA5-CC7C954C227F}">
      <dsp:nvSpPr>
        <dsp:cNvPr id="0" name=""/>
        <dsp:cNvSpPr/>
      </dsp:nvSpPr>
      <dsp:spPr>
        <a:xfrm>
          <a:off x="2491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06F23-DE49-4D08-8C3E-E1A49B2C74DC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DEF06-3378-47F6-B48A-D5C12D5A1BF3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Provides ORM, admin, auth, forms, templates, sessions out of the box</a:t>
          </a:r>
        </a:p>
      </dsp:txBody>
      <dsp:txXfrm>
        <a:off x="2140435" y="2456402"/>
        <a:ext cx="1800000" cy="720000"/>
      </dsp:txXfrm>
    </dsp:sp>
    <dsp:sp modelId="{242CFA6E-8847-4B7E-B9F8-A7FFB075196B}">
      <dsp:nvSpPr>
        <dsp:cNvPr id="0" name=""/>
        <dsp:cNvSpPr/>
      </dsp:nvSpPr>
      <dsp:spPr>
        <a:xfrm>
          <a:off x="4606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2C04AB-EB19-4134-AC7F-4E109D3D3521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FC590-532E-4726-B8E1-51E46E2C84E0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Focus on reusing components instead of reinventing the wheel</a:t>
          </a:r>
        </a:p>
      </dsp:txBody>
      <dsp:txXfrm>
        <a:off x="4255435" y="2456402"/>
        <a:ext cx="1800000" cy="720000"/>
      </dsp:txXfrm>
    </dsp:sp>
    <dsp:sp modelId="{67AA0B96-189E-42FB-98CF-2BA2B0C1B525}">
      <dsp:nvSpPr>
        <dsp:cNvPr id="0" name=""/>
        <dsp:cNvSpPr/>
      </dsp:nvSpPr>
      <dsp:spPr>
        <a:xfrm>
          <a:off x="6721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BE524-8879-4519-B156-1EDE20B5A267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D17F2-2792-48AD-90FB-6F43F532D15D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Secure, scalable and follows "don’t repeat yourself" (DRY)</a:t>
          </a:r>
        </a:p>
      </dsp:txBody>
      <dsp:txXfrm>
        <a:off x="6370435" y="245640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A8F9C0-D0F9-BC44-BE8F-146F8BEAEF97}">
      <dsp:nvSpPr>
        <dsp:cNvPr id="0" name=""/>
        <dsp:cNvSpPr/>
      </dsp:nvSpPr>
      <dsp:spPr>
        <a:xfrm>
          <a:off x="2411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Create a virtual environment: python -m venv venv</a:t>
          </a:r>
        </a:p>
      </dsp:txBody>
      <dsp:txXfrm>
        <a:off x="2411" y="1941641"/>
        <a:ext cx="1912739" cy="1606700"/>
      </dsp:txXfrm>
    </dsp:sp>
    <dsp:sp modelId="{313B3A9E-101D-9747-82FF-D2312EC1CF47}">
      <dsp:nvSpPr>
        <dsp:cNvPr id="0" name=""/>
        <dsp:cNvSpPr/>
      </dsp:nvSpPr>
      <dsp:spPr>
        <a:xfrm>
          <a:off x="557105" y="1191847"/>
          <a:ext cx="803350" cy="8033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</a:p>
      </dsp:txBody>
      <dsp:txXfrm>
        <a:off x="674753" y="1309495"/>
        <a:ext cx="568054" cy="568054"/>
      </dsp:txXfrm>
    </dsp:sp>
    <dsp:sp modelId="{3C59770C-5C42-BF4E-8BBC-6848656F90B6}">
      <dsp:nvSpPr>
        <dsp:cNvPr id="0" name=""/>
        <dsp:cNvSpPr/>
      </dsp:nvSpPr>
      <dsp:spPr>
        <a:xfrm>
          <a:off x="2411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6DC3DA-3802-B749-A130-8F01536AAE69}">
      <dsp:nvSpPr>
        <dsp:cNvPr id="0" name=""/>
        <dsp:cNvSpPr/>
      </dsp:nvSpPr>
      <dsp:spPr>
        <a:xfrm>
          <a:off x="2106423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Activate venv and install Django: pip install django</a:t>
          </a:r>
        </a:p>
      </dsp:txBody>
      <dsp:txXfrm>
        <a:off x="2106423" y="1941641"/>
        <a:ext cx="1912739" cy="1606700"/>
      </dsp:txXfrm>
    </dsp:sp>
    <dsp:sp modelId="{712B907E-F3F6-FE46-896E-4BBE9AE829DE}">
      <dsp:nvSpPr>
        <dsp:cNvPr id="0" name=""/>
        <dsp:cNvSpPr/>
      </dsp:nvSpPr>
      <dsp:spPr>
        <a:xfrm>
          <a:off x="2661118" y="1191847"/>
          <a:ext cx="803350" cy="8033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</a:p>
      </dsp:txBody>
      <dsp:txXfrm>
        <a:off x="2778766" y="1309495"/>
        <a:ext cx="568054" cy="568054"/>
      </dsp:txXfrm>
    </dsp:sp>
    <dsp:sp modelId="{1B62BE64-4784-8140-81C5-9A04030F9D36}">
      <dsp:nvSpPr>
        <dsp:cNvPr id="0" name=""/>
        <dsp:cNvSpPr/>
      </dsp:nvSpPr>
      <dsp:spPr>
        <a:xfrm>
          <a:off x="2106423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67B95-6D61-6C43-8C6B-6351A948E132}">
      <dsp:nvSpPr>
        <dsp:cNvPr id="0" name=""/>
        <dsp:cNvSpPr/>
      </dsp:nvSpPr>
      <dsp:spPr>
        <a:xfrm>
          <a:off x="4210436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pip freeze &gt; requirements.txt to record dependencies</a:t>
          </a:r>
        </a:p>
      </dsp:txBody>
      <dsp:txXfrm>
        <a:off x="4210436" y="1941641"/>
        <a:ext cx="1912739" cy="1606700"/>
      </dsp:txXfrm>
    </dsp:sp>
    <dsp:sp modelId="{926CE2D7-E49F-F14B-BED6-E4A373BF742D}">
      <dsp:nvSpPr>
        <dsp:cNvPr id="0" name=""/>
        <dsp:cNvSpPr/>
      </dsp:nvSpPr>
      <dsp:spPr>
        <a:xfrm>
          <a:off x="4765131" y="1191847"/>
          <a:ext cx="803350" cy="8033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</a:p>
      </dsp:txBody>
      <dsp:txXfrm>
        <a:off x="4882779" y="1309495"/>
        <a:ext cx="568054" cy="568054"/>
      </dsp:txXfrm>
    </dsp:sp>
    <dsp:sp modelId="{6CF31CB5-CB1E-F745-82F1-7A6BCC64C620}">
      <dsp:nvSpPr>
        <dsp:cNvPr id="0" name=""/>
        <dsp:cNvSpPr/>
      </dsp:nvSpPr>
      <dsp:spPr>
        <a:xfrm>
          <a:off x="4210436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42F49F-5F12-3742-9080-CB9203C20AB2}">
      <dsp:nvSpPr>
        <dsp:cNvPr id="0" name=""/>
        <dsp:cNvSpPr/>
      </dsp:nvSpPr>
      <dsp:spPr>
        <a:xfrm>
          <a:off x="6314449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Keep project isolated so different projects can use different versions</a:t>
          </a:r>
        </a:p>
      </dsp:txBody>
      <dsp:txXfrm>
        <a:off x="6314449" y="1941641"/>
        <a:ext cx="1912739" cy="1606700"/>
      </dsp:txXfrm>
    </dsp:sp>
    <dsp:sp modelId="{9C17B660-953E-0B42-B072-469A0E459106}">
      <dsp:nvSpPr>
        <dsp:cNvPr id="0" name=""/>
        <dsp:cNvSpPr/>
      </dsp:nvSpPr>
      <dsp:spPr>
        <a:xfrm>
          <a:off x="6869144" y="1191847"/>
          <a:ext cx="803350" cy="8033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</a:p>
      </dsp:txBody>
      <dsp:txXfrm>
        <a:off x="6986792" y="1309495"/>
        <a:ext cx="568054" cy="568054"/>
      </dsp:txXfrm>
    </dsp:sp>
    <dsp:sp modelId="{D34E68BC-EECE-3341-B0A3-B44DE6FE6BB7}">
      <dsp:nvSpPr>
        <dsp:cNvPr id="0" name=""/>
        <dsp:cNvSpPr/>
      </dsp:nvSpPr>
      <dsp:spPr>
        <a:xfrm>
          <a:off x="6314449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E64035-BABE-4DC6-8CEF-3D2CEE511276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FB70B-7141-42FC-9997-103965D082CC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F7551-0808-4EBD-9E25-1B05465929B0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django-admin startproject mysite</a:t>
          </a:r>
        </a:p>
      </dsp:txBody>
      <dsp:txXfrm>
        <a:off x="1099610" y="1878"/>
        <a:ext cx="7129989" cy="952043"/>
      </dsp:txXfrm>
    </dsp:sp>
    <dsp:sp modelId="{55912E6E-AA6A-4031-8861-7FCDE5B67437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A02423-BF3F-453E-A3A7-C2B713D0D1C2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E658F-A4DA-4380-8C1D-6DDCD6544059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python manage.py startapp cheese</a:t>
          </a:r>
        </a:p>
      </dsp:txBody>
      <dsp:txXfrm>
        <a:off x="1099610" y="1191932"/>
        <a:ext cx="7129989" cy="952043"/>
      </dsp:txXfrm>
    </dsp:sp>
    <dsp:sp modelId="{5183D219-7D1D-4BF8-8074-3544E769103B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D43B7D-30C0-42EE-98F8-71AA07F3BFE4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77D1E-6E6C-4ED7-BEF6-79579D7739B3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Project = settings + configuration for the whole site</a:t>
          </a:r>
        </a:p>
      </dsp:txBody>
      <dsp:txXfrm>
        <a:off x="1099610" y="2381986"/>
        <a:ext cx="7129989" cy="952043"/>
      </dsp:txXfrm>
    </dsp:sp>
    <dsp:sp modelId="{3826E801-BDA6-4F71-A927-98F723DE2B9A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17115C-E740-4D4D-B2AA-2F8CAE203F37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7C041-C5EA-443D-A93C-EBF4355A8A49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App = a reusable module (blog, polls, shop, etc.)</a:t>
          </a:r>
        </a:p>
      </dsp:txBody>
      <dsp:txXfrm>
        <a:off x="1099610" y="3572041"/>
        <a:ext cx="7129989" cy="9520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E8E353-A85C-EA4A-86B5-A4BE6A4B6647}">
      <dsp:nvSpPr>
        <dsp:cNvPr id="0" name=""/>
        <dsp:cNvSpPr/>
      </dsp:nvSpPr>
      <dsp:spPr>
        <a:xfrm>
          <a:off x="2377" y="546578"/>
          <a:ext cx="1886173" cy="264064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53" tIns="330200" rIns="14705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Define models as Python classes (ORM maps them to DB tables)</a:t>
          </a:r>
        </a:p>
      </dsp:txBody>
      <dsp:txXfrm>
        <a:off x="2377" y="1550022"/>
        <a:ext cx="1886173" cy="1584385"/>
      </dsp:txXfrm>
    </dsp:sp>
    <dsp:sp modelId="{9BDE06DC-9BE7-F041-9E94-1253358266BB}">
      <dsp:nvSpPr>
        <dsp:cNvPr id="0" name=""/>
        <dsp:cNvSpPr/>
      </dsp:nvSpPr>
      <dsp:spPr>
        <a:xfrm>
          <a:off x="549367" y="810642"/>
          <a:ext cx="792192" cy="79219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62" tIns="12700" rIns="6176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</a:p>
      </dsp:txBody>
      <dsp:txXfrm>
        <a:off x="665381" y="926656"/>
        <a:ext cx="560164" cy="560164"/>
      </dsp:txXfrm>
    </dsp:sp>
    <dsp:sp modelId="{EB329D85-0B9E-F948-A67A-AC698C49847D}">
      <dsp:nvSpPr>
        <dsp:cNvPr id="0" name=""/>
        <dsp:cNvSpPr/>
      </dsp:nvSpPr>
      <dsp:spPr>
        <a:xfrm>
          <a:off x="2377" y="3187148"/>
          <a:ext cx="1886173" cy="72"/>
        </a:xfrm>
        <a:prstGeom prst="rect">
          <a:avLst/>
        </a:prstGeom>
        <a:solidFill>
          <a:schemeClr val="accent2">
            <a:hueOff val="668789"/>
            <a:satOff val="-834"/>
            <a:lumOff val="196"/>
            <a:alphaOff val="0"/>
          </a:schemeClr>
        </a:solidFill>
        <a:ln w="25400" cap="flat" cmpd="sng" algn="ctr">
          <a:solidFill>
            <a:schemeClr val="accent2">
              <a:hueOff val="668789"/>
              <a:satOff val="-834"/>
              <a:lumOff val="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77E57-6B59-3447-A61D-F6C67A1E2110}">
      <dsp:nvSpPr>
        <dsp:cNvPr id="0" name=""/>
        <dsp:cNvSpPr/>
      </dsp:nvSpPr>
      <dsp:spPr>
        <a:xfrm>
          <a:off x="2077168" y="546578"/>
          <a:ext cx="1886173" cy="2640642"/>
        </a:xfrm>
        <a:prstGeom prst="rect">
          <a:avLst/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53" tIns="330200" rIns="14705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 migrations: python manage.py makemigrations</a:t>
          </a:r>
        </a:p>
      </dsp:txBody>
      <dsp:txXfrm>
        <a:off x="2077168" y="1550022"/>
        <a:ext cx="1886173" cy="1584385"/>
      </dsp:txXfrm>
    </dsp:sp>
    <dsp:sp modelId="{1BF5E398-EFEC-CD42-ABF2-C55762643C49}">
      <dsp:nvSpPr>
        <dsp:cNvPr id="0" name=""/>
        <dsp:cNvSpPr/>
      </dsp:nvSpPr>
      <dsp:spPr>
        <a:xfrm>
          <a:off x="2624158" y="810642"/>
          <a:ext cx="792192" cy="792192"/>
        </a:xfrm>
        <a:prstGeom prst="ellipse">
          <a:avLst/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accent2">
              <a:hueOff val="1337577"/>
              <a:satOff val="-1668"/>
              <a:lumOff val="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62" tIns="12700" rIns="6176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</a:p>
      </dsp:txBody>
      <dsp:txXfrm>
        <a:off x="2740172" y="926656"/>
        <a:ext cx="560164" cy="560164"/>
      </dsp:txXfrm>
    </dsp:sp>
    <dsp:sp modelId="{F19CD33D-8F54-6249-B343-CBEC896D3755}">
      <dsp:nvSpPr>
        <dsp:cNvPr id="0" name=""/>
        <dsp:cNvSpPr/>
      </dsp:nvSpPr>
      <dsp:spPr>
        <a:xfrm>
          <a:off x="2077168" y="3187148"/>
          <a:ext cx="1886173" cy="72"/>
        </a:xfrm>
        <a:prstGeom prst="rect">
          <a:avLst/>
        </a:prstGeom>
        <a:solidFill>
          <a:schemeClr val="accent2">
            <a:hueOff val="2006366"/>
            <a:satOff val="-2502"/>
            <a:lumOff val="588"/>
            <a:alphaOff val="0"/>
          </a:schemeClr>
        </a:solidFill>
        <a:ln w="25400" cap="flat" cmpd="sng" algn="ctr">
          <a:solidFill>
            <a:schemeClr val="accent2">
              <a:hueOff val="2006366"/>
              <a:satOff val="-2502"/>
              <a:lumOff val="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425BD-90DC-244B-B971-3E153EA707F5}">
      <dsp:nvSpPr>
        <dsp:cNvPr id="0" name=""/>
        <dsp:cNvSpPr/>
      </dsp:nvSpPr>
      <dsp:spPr>
        <a:xfrm>
          <a:off x="4151958" y="546578"/>
          <a:ext cx="1886173" cy="2640642"/>
        </a:xfrm>
        <a:prstGeom prst="rect">
          <a:avLst/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53" tIns="330200" rIns="14705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Apply migrations: python manage.py migrate</a:t>
          </a:r>
        </a:p>
      </dsp:txBody>
      <dsp:txXfrm>
        <a:off x="4151958" y="1550022"/>
        <a:ext cx="1886173" cy="1584385"/>
      </dsp:txXfrm>
    </dsp:sp>
    <dsp:sp modelId="{DF8C5425-EF71-2E4F-8D13-4CB5D66B0424}">
      <dsp:nvSpPr>
        <dsp:cNvPr id="0" name=""/>
        <dsp:cNvSpPr/>
      </dsp:nvSpPr>
      <dsp:spPr>
        <a:xfrm>
          <a:off x="4698948" y="810642"/>
          <a:ext cx="792192" cy="792192"/>
        </a:xfrm>
        <a:prstGeom prst="ellipse">
          <a:avLst/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accent2">
              <a:hueOff val="2675154"/>
              <a:satOff val="-3337"/>
              <a:lumOff val="7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62" tIns="12700" rIns="6176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</a:p>
      </dsp:txBody>
      <dsp:txXfrm>
        <a:off x="4814962" y="926656"/>
        <a:ext cx="560164" cy="560164"/>
      </dsp:txXfrm>
    </dsp:sp>
    <dsp:sp modelId="{1E42E9E4-2866-8B43-88E1-81E8479195E3}">
      <dsp:nvSpPr>
        <dsp:cNvPr id="0" name=""/>
        <dsp:cNvSpPr/>
      </dsp:nvSpPr>
      <dsp:spPr>
        <a:xfrm>
          <a:off x="4151958" y="3187148"/>
          <a:ext cx="1886173" cy="72"/>
        </a:xfrm>
        <a:prstGeom prst="rect">
          <a:avLst/>
        </a:prstGeom>
        <a:solidFill>
          <a:schemeClr val="accent2">
            <a:hueOff val="3343943"/>
            <a:satOff val="-4171"/>
            <a:lumOff val="981"/>
            <a:alphaOff val="0"/>
          </a:schemeClr>
        </a:solidFill>
        <a:ln w="25400" cap="flat" cmpd="sng" algn="ctr">
          <a:solidFill>
            <a:schemeClr val="accent2">
              <a:hueOff val="3343943"/>
              <a:satOff val="-4171"/>
              <a:lumOff val="9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F44830-8BDB-7C49-9DEC-D6EE20FBE838}">
      <dsp:nvSpPr>
        <dsp:cNvPr id="0" name=""/>
        <dsp:cNvSpPr/>
      </dsp:nvSpPr>
      <dsp:spPr>
        <a:xfrm>
          <a:off x="6226749" y="546578"/>
          <a:ext cx="1886173" cy="2640642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53" tIns="330200" rIns="14705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Register models in admin.py to get automatic CRUD UI</a:t>
          </a:r>
        </a:p>
      </dsp:txBody>
      <dsp:txXfrm>
        <a:off x="6226749" y="1550022"/>
        <a:ext cx="1886173" cy="1584385"/>
      </dsp:txXfrm>
    </dsp:sp>
    <dsp:sp modelId="{4CFE6ADD-2A4E-3142-8C3C-528DCEE5A407}">
      <dsp:nvSpPr>
        <dsp:cNvPr id="0" name=""/>
        <dsp:cNvSpPr/>
      </dsp:nvSpPr>
      <dsp:spPr>
        <a:xfrm>
          <a:off x="6773739" y="810642"/>
          <a:ext cx="792192" cy="792192"/>
        </a:xfrm>
        <a:prstGeom prst="ellipse">
          <a:avLst/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accent2">
              <a:hueOff val="4012731"/>
              <a:satOff val="-5005"/>
              <a:lumOff val="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62" tIns="12700" rIns="6176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</a:p>
      </dsp:txBody>
      <dsp:txXfrm>
        <a:off x="6889753" y="926656"/>
        <a:ext cx="560164" cy="560164"/>
      </dsp:txXfrm>
    </dsp:sp>
    <dsp:sp modelId="{D43B628F-E64E-0E4C-9081-64BAF0C1767B}">
      <dsp:nvSpPr>
        <dsp:cNvPr id="0" name=""/>
        <dsp:cNvSpPr/>
      </dsp:nvSpPr>
      <dsp:spPr>
        <a:xfrm>
          <a:off x="6226749" y="3187148"/>
          <a:ext cx="1886173" cy="72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D83B32-F898-439D-9379-FEF76858A4E6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D811FF-336E-4E04-9287-A3A21889CB5A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BAA354-A07D-4367-9685-B4237297C34B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MVT: Model (data), View (logic), Template (presentation)</a:t>
          </a:r>
        </a:p>
      </dsp:txBody>
      <dsp:txXfrm>
        <a:off x="1099610" y="1878"/>
        <a:ext cx="7129989" cy="952043"/>
      </dsp:txXfrm>
    </dsp:sp>
    <dsp:sp modelId="{F11F89A3-BA9D-4ED0-BFD5-22DDEDA842B3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DA7C35-0816-44E1-A51E-7D147000C064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3B651-EC83-4311-A789-A01316D61F0A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Batteries-included: many features built-in and ready to use</a:t>
          </a:r>
        </a:p>
      </dsp:txBody>
      <dsp:txXfrm>
        <a:off x="1099610" y="1191932"/>
        <a:ext cx="7129989" cy="952043"/>
      </dsp:txXfrm>
    </dsp:sp>
    <dsp:sp modelId="{094028F6-5D60-40E2-B310-F1BFE2A2F33B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C08577-4146-4F32-B502-ABB596AFA40F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3EBC6-17A5-48C2-BD0F-09543B09FFE3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pip + virtualenv: manage and isolate project dependencies</a:t>
          </a:r>
        </a:p>
      </dsp:txBody>
      <dsp:txXfrm>
        <a:off x="1099610" y="2381986"/>
        <a:ext cx="7129989" cy="952043"/>
      </dsp:txXfrm>
    </dsp:sp>
    <dsp:sp modelId="{18B30227-A147-49BD-9B80-A5DB2CA6DB9E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D52BBE-356F-4894-92E9-931209BFF9B1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A4C1DF-5A77-4F47-B0BB-2983B0E27078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Scaffolding &amp; commands: startproject, startapp, migrate, runserver</a:t>
          </a:r>
        </a:p>
      </dsp:txBody>
      <dsp:txXfrm>
        <a:off x="1099610" y="3572041"/>
        <a:ext cx="7129989" cy="952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Introduction to Django &amp; MVT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743CD-553F-78A7-3E98-A16920BC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100" b="1">
                <a:latin typeface="Calibri" panose="020F0502020204030204" pitchFamily="34" charset="0"/>
                <a:cs typeface="Calibri" panose="020F0502020204030204" pitchFamily="34" charset="0"/>
              </a:rPr>
              <a:t>MVT: Model, View, Template</a:t>
            </a:r>
            <a:r>
              <a:rPr lang="en-US" altLang="en-US" sz="31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altLang="en-US" sz="310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84B2D8-E107-4674-431A-5A99DA38F9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7656527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851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Django Philosophy: Batteries-Included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3EEB80-2BDE-A415-3012-DD7953D3E1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32299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69ACF1-3636-DE56-0E5E-7B09BB486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250" y="0"/>
            <a:ext cx="9150250" cy="401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91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51116-CE4C-0E05-22A7-EF0BCD1A9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0402" cy="450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4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8734D8-01DF-8B91-8C63-8A69245D1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39274" cy="501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90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3F9B10-DFCD-1AC0-CD39-182D86DA5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19480" cy="419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04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E68865-9602-7B2A-C787-3E2BB303E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49"/>
            <a:ext cx="9151454" cy="400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03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	How Django structures a web app?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7683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  <a:r>
              <a:rPr dirty="0"/>
              <a:t>Model – View – Template 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3429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Model</a:t>
            </a:r>
          </a:p>
          <a:p>
            <a:r>
              <a:rPr dirty="0"/>
              <a:t>(Database / ORM)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3390485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View</a:t>
            </a:r>
          </a:p>
          <a:p>
            <a:r>
              <a:rPr dirty="0"/>
              <a:t>(Business logic)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429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Template</a:t>
            </a:r>
          </a:p>
          <a:p>
            <a:r>
              <a:rPr dirty="0"/>
              <a:t>(HTML output)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68880" y="3847685"/>
            <a:ext cx="73152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5212080" y="3773607"/>
            <a:ext cx="73152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Request–Response Flow in Django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From browser to database and back.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71584"/>
            <a:ext cx="109728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976956" y="2491970"/>
            <a:ext cx="983848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URLconf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554480" y="2745904"/>
            <a:ext cx="36576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326564" y="2491970"/>
            <a:ext cx="841479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View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60804" y="2766290"/>
            <a:ext cx="36576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33803" y="2514280"/>
            <a:ext cx="1311412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Model / DB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68043" y="2704684"/>
            <a:ext cx="36576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52644" y="2514280"/>
            <a:ext cx="1122744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Template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45215" y="2753428"/>
            <a:ext cx="36576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5033" y="3711043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 Response</a:t>
            </a:r>
          </a:p>
        </p:txBody>
      </p:sp>
      <p:sp>
        <p:nvSpPr>
          <p:cNvPr id="14" name="Right Arrow 13"/>
          <p:cNvSpPr/>
          <p:nvPr/>
        </p:nvSpPr>
        <p:spPr>
          <a:xfrm rot="5400000">
            <a:off x="6683960" y="3339143"/>
            <a:ext cx="528384" cy="18256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E72398-3427-531F-FFD4-40B2833771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9144000" cy="467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77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A828CA-C1BC-9A96-2B1A-B59B2CA96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4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23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Environment Setup Essentials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E35518-0A7E-51A1-5CBF-CE13B5B579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&amp; App Scaffolding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1B26E0-81E7-44C3-779A-722DA4968F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Models, Migrations &amp; Admin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18396C0B-0D56-CD4C-A3CB-D5E016B3EF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088637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 to Remember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2AC3A9A-2709-4D59-B920-A9B6F0E85E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336</Words>
  <Application>Microsoft Macintosh PowerPoint</Application>
  <PresentationFormat>On-screen Show (4:3)</PresentationFormat>
  <Paragraphs>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Introduction to Django &amp; MVT</vt:lpstr>
      <vt:lpstr>MVT: Model, View, Template. </vt:lpstr>
      <vt:lpstr>Django Philosophy: Batteries-Included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How Django structures a web app?</vt:lpstr>
      <vt:lpstr>Request–Response Flow in Django</vt:lpstr>
      <vt:lpstr>PowerPoint Presentation</vt:lpstr>
      <vt:lpstr>PowerPoint Presentation</vt:lpstr>
      <vt:lpstr>Environment Setup Essentials</vt:lpstr>
      <vt:lpstr>Project &amp; App Scaffolding</vt:lpstr>
      <vt:lpstr>Models, Migrations &amp; Admin</vt:lpstr>
      <vt:lpstr>Key Concepts to Remember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Prashant Singh Basnet</cp:lastModifiedBy>
  <cp:revision>2</cp:revision>
  <dcterms:created xsi:type="dcterms:W3CDTF">2013-01-27T09:14:16Z</dcterms:created>
  <dcterms:modified xsi:type="dcterms:W3CDTF">2025-11-22T16:58:36Z</dcterms:modified>
  <cp:category/>
</cp:coreProperties>
</file>