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57" r:id="rId4"/>
    <p:sldId id="267" r:id="rId5"/>
    <p:sldId id="258" r:id="rId6"/>
    <p:sldId id="259" r:id="rId7"/>
    <p:sldId id="260" r:id="rId8"/>
    <p:sldId id="268" r:id="rId9"/>
    <p:sldId id="261" r:id="rId10"/>
    <p:sldId id="272" r:id="rId11"/>
    <p:sldId id="263" r:id="rId12"/>
    <p:sldId id="269" r:id="rId13"/>
    <p:sldId id="262" r:id="rId14"/>
    <p:sldId id="270" r:id="rId15"/>
    <p:sldId id="264" r:id="rId16"/>
    <p:sldId id="271" r:id="rId17"/>
    <p:sldId id="273" r:id="rId18"/>
    <p:sldId id="265" r:id="rId19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51"/>
    <p:restoredTop sz="94672"/>
  </p:normalViewPr>
  <p:slideViewPr>
    <p:cSldViewPr snapToGrid="0">
      <p:cViewPr>
        <p:scale>
          <a:sx n="70" d="100"/>
          <a:sy n="70" d="100"/>
        </p:scale>
        <p:origin x="120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F0CBD-010E-1A4F-8D68-E842A32E6EB2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FA7DC-21B1-DB4E-983A-5A662E4E947E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182863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FA7DC-21B1-DB4E-983A-5A662E4E947E}" type="slidenum">
              <a:rPr lang="en-NP" smtClean="0"/>
              <a:t>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839823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FA7DC-21B1-DB4E-983A-5A662E4E947E}" type="slidenum">
              <a:rPr lang="en-NP" smtClean="0"/>
              <a:t>9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6923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FA7DC-21B1-DB4E-983A-5A662E4E947E}" type="slidenum">
              <a:rPr lang="en-NP" smtClean="0"/>
              <a:t>13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89659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FA7DC-21B1-DB4E-983A-5A662E4E947E}" type="slidenum">
              <a:rPr lang="en-NP" smtClean="0"/>
              <a:t>16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45534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0C20-309C-A13B-A325-71BD382BB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E5B0F-BC0C-8E84-40A4-A4CFEAF04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45F66-EB76-7C93-BC15-A7129AAA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BA4F6-342A-72CA-24E1-1E101ABB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A2B95-B8C4-49E4-B130-600155BC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95455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1071-D307-777B-DF48-C76A7FD0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5832D-D231-C3BA-90D1-55ADB5B71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E344B-0E46-DB95-1F50-16BF24B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3B0E-6709-C54E-D6ED-37D59586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D4B19-B2A3-9570-3E08-55B0E7BD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8075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3E01-997B-0D63-5C13-65125292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6EB2F-E9DA-7FEC-121F-34A052A63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51218-73AE-F277-543D-CA1506D7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F9E0A-C7C6-54B2-4B29-EF0826E9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B4B2B-5D6A-D1E8-9E30-78AC0220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3488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C7BD-40E4-2CBF-BE93-232403F7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DAFF-C1F2-5906-36C0-A4621F0E3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E6D9C-1968-6C4A-61EB-D6C621B1B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167D1-1BFF-EC68-FC42-1EA56312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11AF7-EA59-1C68-F8E0-16A52B78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A2FD3-3CA7-7A85-DDA3-BA3A7089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5747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E643-B41B-52B5-45CC-F853A863D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B23C3-D5CC-E732-9C87-3AECCDE57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4BC5B-8747-D2EE-4D5E-CDFEBECD0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BF6B0-12F6-74E0-6826-CFB1F8D46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9D6B8-E1E5-2CC6-FB25-182F12D67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E23ED-655F-5869-727B-BD9FBDBE4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41BA9-9E60-7449-EF77-A0DF84A9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7B036-FE5E-16AF-2C49-FFF9F5C8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4527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8D1C-8516-0975-2D94-19D5AFAD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42FC7-E7BE-2A69-4DA4-F501342E4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FB500-5980-D8D2-1441-E96ECE428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F10C8-8D77-087D-3ABA-98E17052C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0786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2AEB89-1568-BCDA-42D2-3D723207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4ACDA-E8EA-C903-1823-63824802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CA678-A138-3FD1-E1F8-F63E6109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819603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B275-0321-70CC-C4AB-C2A39BEF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558F6-8746-5039-C84F-A21C04A53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48C565-571F-0CCA-2826-A5ABECF2E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A4490-19FD-15F6-C753-3EABC700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C92F5-FD9B-4E4A-376D-791AAD84B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4C19C-474E-266A-046E-D393A663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6669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E695E-EDC8-6945-04C9-19F64394B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EBCA4-F4D3-99D7-7F55-9D24E97A1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5331A-706C-E3F3-6398-34CCAF7D2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0DB50-4C1C-4BF9-B8DB-8D8F21B6C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FE399-EC14-B39A-D7C5-8CA0FA5A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6F5D-F4C4-235E-398C-6B4A4C66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5403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CBF7-F14C-E7F1-8DC2-C65FD226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9ACD-9650-2707-E4BC-5DA4C65C3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0A6A7-317E-1EBF-6CA4-D7EAE3D1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A4A92-5B78-826E-A90D-24587D20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74C5D-7239-0C57-C9FA-297E1FDA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38358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7482A8-21A3-0552-ACBD-64472E43E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70CC4-35C9-070A-1151-9BE4FF6B2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64B86-839B-F361-18B7-6C86017BA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0B95A-F326-9F40-DEA4-0FE1A89B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2C30B-8D0B-797A-BF3E-E5B8D586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9921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2572FF-BF98-F726-1638-B93D27887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9D2A0-CE56-B047-5605-B79211A37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CF51C-B197-6F04-265A-25E32ED17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DDFEB-40CB-644A-8E8B-C3C06759C179}" type="datetimeFigureOut">
              <a:rPr lang="en-NP" smtClean="0"/>
              <a:t>11/10/2025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6BD4F-CA8A-D78F-60A1-10C9A3D8E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A2698-7917-A171-448A-DD2DEE368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E56B0-A4A4-4743-B0E4-44945819B22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8130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D7482-8512-E906-2B2B-52D0070AB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8973" y="1499799"/>
            <a:ext cx="9574052" cy="45719"/>
          </a:xfrm>
        </p:spPr>
        <p:txBody>
          <a:bodyPr anchor="b"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 Client–Server Architecture </a:t>
            </a:r>
            <a:br>
              <a:rPr lang="en-US" b="1" dirty="0"/>
            </a:br>
            <a:endParaRPr lang="en-NP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0F5AB75-59D0-8BAA-9D4D-C9D242977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9217" y="1917508"/>
            <a:ext cx="8593566" cy="302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640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F5DA-A187-0946-3090-6E2438AC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86D92-2E5E-2DFC-1980-BFDC41AA7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Client:</a:t>
            </a:r>
            <a:r>
              <a:rPr lang="en-US" dirty="0"/>
              <a:t> The app you see and use (like your browser).</a:t>
            </a:r>
          </a:p>
          <a:p>
            <a:r>
              <a:rPr lang="en-US" b="1" dirty="0"/>
              <a:t>Server:</a:t>
            </a:r>
            <a:r>
              <a:rPr lang="en-US" dirty="0"/>
              <a:t> A powerful computer that waits for requests.</a:t>
            </a:r>
          </a:p>
          <a:p>
            <a:r>
              <a:rPr lang="en-US" b="1" dirty="0"/>
              <a:t>Interaction:</a:t>
            </a:r>
            <a:r>
              <a:rPr lang="en-US" dirty="0"/>
              <a:t> You (client) ask for something, the server does the work and sends back a response.</a:t>
            </a:r>
            <a:br>
              <a:rPr lang="en-US" dirty="0"/>
            </a:b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110725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7096-6D9A-8A2C-0BA2-89A935C2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    </a:t>
            </a:r>
            <a:br>
              <a:rPr lang="en-US" b="1" dirty="0"/>
            </a:br>
            <a:r>
              <a:rPr lang="en-US" b="1" dirty="0"/>
              <a:t>IP Address — The Internet’s Address Book</a:t>
            </a:r>
            <a:br>
              <a:rPr lang="en-US" b="1" dirty="0"/>
            </a:br>
            <a:br>
              <a:rPr lang="en-US" dirty="0"/>
            </a:br>
            <a:endParaRPr lang="en-NP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249B99-0A26-E962-9578-D0CFB78FA6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835" y="1961762"/>
            <a:ext cx="9809240" cy="422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75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0D41-776D-F6E1-9C50-4A0F14E1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71124-9B8B-AF4F-6832-ABC669BB9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IP Address:</a:t>
            </a:r>
            <a:r>
              <a:rPr lang="en-US" dirty="0"/>
              <a:t> A unique number for every device on the internet, like a computer's phone number.</a:t>
            </a:r>
          </a:p>
          <a:p>
            <a:r>
              <a:rPr lang="en-US" b="1" dirty="0"/>
              <a:t>Problem:</a:t>
            </a:r>
            <a:r>
              <a:rPr lang="en-US" dirty="0"/>
              <a:t> Numbers are hard for people to remember.</a:t>
            </a:r>
          </a:p>
          <a:p>
            <a:r>
              <a:rPr lang="en-US" b="1" dirty="0"/>
              <a:t>Solution: DNS</a:t>
            </a:r>
            <a:r>
              <a:rPr lang="en-US" dirty="0"/>
              <a:t> translates easy names (like </a:t>
            </a:r>
            <a:r>
              <a:rPr lang="en-US" dirty="0">
                <a:hlinkClick r:id="rId2"/>
              </a:rPr>
              <a:t>google.com</a:t>
            </a:r>
            <a:r>
              <a:rPr lang="en-US" dirty="0"/>
              <a:t>) into IP addresses for you.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84235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E6E6-377F-DCF8-9ADF-D90D7A14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	</a:t>
            </a:r>
            <a:br>
              <a:rPr lang="en-US" b="1" dirty="0"/>
            </a:br>
            <a:r>
              <a:rPr lang="en-US" b="1" dirty="0"/>
              <a:t>DNS — Mapping Names to Numbers</a:t>
            </a:r>
            <a:br>
              <a:rPr lang="en-US" b="1" dirty="0"/>
            </a:br>
            <a:br>
              <a:rPr lang="en-US" dirty="0"/>
            </a:br>
            <a:endParaRPr lang="en-NP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63FE045-DA01-0F4C-CF21-DD54FC5A80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018" y="1690687"/>
            <a:ext cx="7285963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23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3152-3FD9-0B1B-F1E0-F7CD31993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194554"/>
            <a:ext cx="11442192" cy="1420238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Proxy &amp; Reverse Proxy — The Middlemen of the Web</a:t>
            </a:r>
            <a:br>
              <a:rPr lang="en-US" b="1" dirty="0"/>
            </a:br>
            <a:br>
              <a:rPr lang="en-US" dirty="0"/>
            </a:br>
            <a:endParaRPr lang="en-NP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4038A19-0C26-C6FD-7BAE-D3AC42DC2B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744" y="1463040"/>
            <a:ext cx="6276713" cy="490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54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D366-4217-477E-DF6E-A2A5D9C6A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19C0848-CAC8-75EE-096E-AAF0E163B7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819" y="1825625"/>
            <a:ext cx="544236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7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E249-09A2-C259-324D-51E04B04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08C7-F66E-B6B9-C024-27FB2E141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Proxy:</a:t>
            </a:r>
            <a:r>
              <a:rPr lang="en-US" dirty="0"/>
              <a:t> Hides your identity when you talk to a server. (Good for your privacy).</a:t>
            </a:r>
          </a:p>
          <a:p>
            <a:r>
              <a:rPr lang="en-US" b="1" dirty="0"/>
              <a:t>Reverse Proxy:</a:t>
            </a:r>
            <a:r>
              <a:rPr lang="en-US" dirty="0"/>
              <a:t> Protects the main server from the public internet.</a:t>
            </a:r>
          </a:p>
          <a:p>
            <a:r>
              <a:rPr lang="en-US" b="1" dirty="0"/>
              <a:t>They help with:</a:t>
            </a:r>
            <a:r>
              <a:rPr lang="en-US" dirty="0"/>
              <a:t> Security, controlling traffic, and blocking bad requests.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542120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D0FD-9144-72FF-E2C2-B5181D0D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Latency — The Hidden Delay</a:t>
            </a:r>
            <a:br>
              <a:rPr lang="en-US" b="1" dirty="0"/>
            </a:br>
            <a:endParaRPr lang="en-NP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CBDBF17-13DF-6853-2F03-AEED15E59D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42" y="1825625"/>
            <a:ext cx="806771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59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14FD-5A3E-6772-6172-430EF3A4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The Problem of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2DC89-1025-3930-C22B-3467E0896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it is:</a:t>
            </a:r>
            <a:r>
              <a:rPr lang="en-US" dirty="0"/>
              <a:t> The delay when data travels between you and the server.</a:t>
            </a:r>
          </a:p>
          <a:p>
            <a:r>
              <a:rPr lang="en-US" b="1" dirty="0"/>
              <a:t>Main Cause:</a:t>
            </a:r>
            <a:r>
              <a:rPr lang="en-US" dirty="0"/>
              <a:t> Physical distance.</a:t>
            </a:r>
          </a:p>
          <a:p>
            <a:r>
              <a:rPr lang="en-US" b="1" dirty="0"/>
              <a:t>Solution:</a:t>
            </a:r>
            <a:r>
              <a:rPr lang="en-US" dirty="0"/>
              <a:t> Companies place servers all over the world, allowing you to connect to the closest one for faster speeds.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6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CF79-3634-BBD4-6210-F0BC0218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HTTP &amp; HTTPS — The Language of the Web</a:t>
            </a:r>
            <a:br>
              <a:rPr lang="en-US" b="1" dirty="0"/>
            </a:br>
            <a:br>
              <a:rPr lang="en-US" dirty="0"/>
            </a:br>
            <a:endParaRPr lang="en-NP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CB44893-CCAB-9475-1D3C-6D88EC7DDB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667" y="1690688"/>
            <a:ext cx="7143446" cy="43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612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623FB-8C06-D6B1-C26D-34AF9CC6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5E9F-75E3-8686-282B-EDA42CC89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HTTP:</a:t>
            </a:r>
            <a:r>
              <a:rPr lang="en-US" dirty="0"/>
              <a:t> A set of rules for how browsers and servers talk.</a:t>
            </a:r>
          </a:p>
          <a:p>
            <a:r>
              <a:rPr lang="en-US" b="1" dirty="0"/>
              <a:t>Problem:</a:t>
            </a:r>
            <a:r>
              <a:rPr lang="en-US" dirty="0"/>
              <a:t> HTTP sends data in plain text, which is unsafe.</a:t>
            </a:r>
          </a:p>
          <a:p>
            <a:r>
              <a:rPr lang="en-US" b="1" dirty="0"/>
              <a:t>HTTPS:</a:t>
            </a:r>
            <a:r>
              <a:rPr lang="en-US" dirty="0"/>
              <a:t> The secure version. It </a:t>
            </a:r>
            <a:r>
              <a:rPr lang="en-US" b="1" dirty="0"/>
              <a:t>encrypts</a:t>
            </a:r>
            <a:r>
              <a:rPr lang="en-US" dirty="0"/>
              <a:t> the data so no one can read it in between.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78897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A6B0-5618-1C09-331B-BEDCB7B1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APIs — The Bridge Between Systems</a:t>
            </a:r>
            <a:br>
              <a:rPr lang="en-US" b="1" dirty="0"/>
            </a:br>
            <a:endParaRPr lang="en-NP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C8F883A-B0C4-0C2B-D971-04EB1A4C5A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89199"/>
            <a:ext cx="10515600" cy="282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96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B5CB-3D94-4BF9-0BB6-185F63B7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ED152-BC87-C273-9B7D-11849B4F2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it is:</a:t>
            </a:r>
            <a:r>
              <a:rPr lang="en-US" dirty="0"/>
              <a:t> A messenger that lets different apps talk to each other.</a:t>
            </a:r>
          </a:p>
          <a:p>
            <a:r>
              <a:rPr lang="en-US" b="1" dirty="0"/>
              <a:t>How it works:</a:t>
            </a:r>
            <a:r>
              <a:rPr lang="en-US" dirty="0"/>
              <a:t> Your app sends a request to the API, the API talks to the server, and brings back the response.</a:t>
            </a:r>
          </a:p>
          <a:p>
            <a:r>
              <a:rPr lang="en-US" b="1" dirty="0"/>
              <a:t>Benefit:</a:t>
            </a:r>
            <a:r>
              <a:rPr lang="en-US" dirty="0"/>
              <a:t> Your app doesn't need to know how the server works internally.</a:t>
            </a:r>
          </a:p>
        </p:txBody>
      </p:sp>
    </p:spTree>
    <p:extLst>
      <p:ext uri="{BB962C8B-B14F-4D97-AF65-F5344CB8AC3E}">
        <p14:creationId xmlns:p14="http://schemas.microsoft.com/office/powerpoint/2010/main" val="3263938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B458-94CD-0187-A922-E490E1359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 API — The Classic Standard</a:t>
            </a:r>
            <a:br>
              <a:rPr lang="en-US" b="1" dirty="0"/>
            </a:br>
            <a:endParaRPr lang="en-NP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E3F4FA8-1221-AAB9-3230-CFC56A307D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38085"/>
            <a:ext cx="10515600" cy="432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234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9AF5-BC01-D63C-EE1C-95776DC0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6B46-1D15-EB36-9623-5DFFA5935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Rules:</a:t>
            </a:r>
            <a:r>
              <a:rPr lang="en-US" dirty="0"/>
              <a:t> Uses standard commands like:</a:t>
            </a:r>
          </a:p>
          <a:p>
            <a:pPr lvl="1"/>
            <a:r>
              <a:rPr lang="en-US" b="1" dirty="0"/>
              <a:t>GET</a:t>
            </a:r>
            <a:r>
              <a:rPr lang="en-US" dirty="0"/>
              <a:t> (Fetch)</a:t>
            </a:r>
          </a:p>
          <a:p>
            <a:pPr lvl="1"/>
            <a:r>
              <a:rPr lang="en-US" b="1" dirty="0"/>
              <a:t>POST</a:t>
            </a:r>
            <a:r>
              <a:rPr lang="en-US" dirty="0"/>
              <a:t> (Create)</a:t>
            </a:r>
          </a:p>
          <a:p>
            <a:pPr lvl="1"/>
            <a:r>
              <a:rPr lang="en-US" b="1" dirty="0"/>
              <a:t>PUT/PATCH</a:t>
            </a:r>
            <a:r>
              <a:rPr lang="en-US" dirty="0"/>
              <a:t> (Update)</a:t>
            </a:r>
          </a:p>
          <a:p>
            <a:pPr lvl="1"/>
            <a:r>
              <a:rPr lang="en-US" b="1" dirty="0"/>
              <a:t>DELETE</a:t>
            </a:r>
            <a:r>
              <a:rPr lang="en-US" dirty="0"/>
              <a:t> (Remove)</a:t>
            </a:r>
          </a:p>
          <a:p>
            <a:r>
              <a:rPr lang="en-US" b="1" dirty="0"/>
              <a:t>Everything is a Resource:</a:t>
            </a:r>
            <a:r>
              <a:rPr lang="en-US" dirty="0"/>
              <a:t> Like /users or /products.</a:t>
            </a:r>
          </a:p>
          <a:p>
            <a:r>
              <a:rPr lang="en-US" b="1" dirty="0"/>
              <a:t>It's stateless:</a:t>
            </a:r>
            <a:r>
              <a:rPr lang="en-US" dirty="0"/>
              <a:t> Every request is independent; the server doesn't remember you.</a:t>
            </a:r>
          </a:p>
        </p:txBody>
      </p:sp>
    </p:spTree>
    <p:extLst>
      <p:ext uri="{BB962C8B-B14F-4D97-AF65-F5344CB8AC3E}">
        <p14:creationId xmlns:p14="http://schemas.microsoft.com/office/powerpoint/2010/main" val="2607125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2DD8-64C6-5E13-E114-2FA0643E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Stateless: Every Request is Independent</a:t>
            </a:r>
            <a:br>
              <a:rPr lang="en-US" b="1" dirty="0"/>
            </a:br>
            <a:br>
              <a:rPr lang="en-US" dirty="0"/>
            </a:br>
            <a:br>
              <a:rPr lang="en-US" dirty="0"/>
            </a:b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571E-F61A-6C9A-D89D-08BCABFB0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 Memory:</a:t>
            </a:r>
            <a:r>
              <a:rPr lang="en-US" dirty="0"/>
              <a:t> The server does </a:t>
            </a:r>
            <a:r>
              <a:rPr lang="en-US" b="1" dirty="0"/>
              <a:t>not remember</a:t>
            </a:r>
            <a:r>
              <a:rPr lang="en-US" dirty="0"/>
              <a:t> anything about your previous requests.</a:t>
            </a:r>
          </a:p>
          <a:p>
            <a:r>
              <a:rPr lang="en-US" b="1" dirty="0"/>
              <a:t>Self-Contained:</a:t>
            </a:r>
            <a:r>
              <a:rPr lang="en-US" dirty="0"/>
              <a:t> Each request you send must contain </a:t>
            </a:r>
            <a:r>
              <a:rPr lang="en-US" b="1" dirty="0"/>
              <a:t>all the information</a:t>
            </a:r>
            <a:r>
              <a:rPr lang="en-US" dirty="0"/>
              <a:t> the server needs to understand and fulfill it.</a:t>
            </a:r>
          </a:p>
          <a:p>
            <a:r>
              <a:rPr lang="en-US" b="1" dirty="0"/>
              <a:t>Like a Vending Machine:</a:t>
            </a:r>
            <a:r>
              <a:rPr lang="en-US" dirty="0"/>
              <a:t> You put in money and press a button for one transaction. The machine doesn't remember you for the next transaction.</a:t>
            </a:r>
          </a:p>
        </p:txBody>
      </p:sp>
    </p:spTree>
    <p:extLst>
      <p:ext uri="{BB962C8B-B14F-4D97-AF65-F5344CB8AC3E}">
        <p14:creationId xmlns:p14="http://schemas.microsoft.com/office/powerpoint/2010/main" val="3335724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A2A8-B35F-5953-83BD-135208E94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Databases — The Heart of Every System</a:t>
            </a:r>
            <a:br>
              <a:rPr lang="en-US" b="1" dirty="0"/>
            </a:br>
            <a:br>
              <a:rPr lang="en-US" dirty="0"/>
            </a:br>
            <a:endParaRPr lang="en-NP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91997A16-4672-3C2E-6A9D-C533CE5655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630" y="1059941"/>
            <a:ext cx="7179014" cy="524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496</Words>
  <Application>Microsoft Macintosh PowerPoint</Application>
  <PresentationFormat>Widescreen</PresentationFormat>
  <Paragraphs>43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    Client–Server Architecture  </vt:lpstr>
      <vt:lpstr>PowerPoint Presentation</vt:lpstr>
      <vt:lpstr>      IP Address — The Internet’s Address Book  </vt:lpstr>
      <vt:lpstr>PowerPoint Presentation</vt:lpstr>
      <vt:lpstr>  DNS — Mapping Names to Numbers  </vt:lpstr>
      <vt:lpstr> Proxy &amp; Reverse Proxy — The Middlemen of the Web  </vt:lpstr>
      <vt:lpstr>PowerPoint Presentation</vt:lpstr>
      <vt:lpstr>PowerPoint Presentation</vt:lpstr>
      <vt:lpstr>Latency — The Hidden Delay </vt:lpstr>
      <vt:lpstr>The Problem of Latency</vt:lpstr>
      <vt:lpstr> HTTP &amp; HTTPS — The Language of the Web  </vt:lpstr>
      <vt:lpstr>PowerPoint Presentation</vt:lpstr>
      <vt:lpstr>APIs — The Bridge Between Systems </vt:lpstr>
      <vt:lpstr>PowerPoint Presentation</vt:lpstr>
      <vt:lpstr>REST API — The Classic Standard </vt:lpstr>
      <vt:lpstr>PowerPoint Presentation</vt:lpstr>
      <vt:lpstr>   Stateless: Every Request is Independent   </vt:lpstr>
      <vt:lpstr>Databases — The Heart of Every System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Basnet</dc:creator>
  <cp:lastModifiedBy>Prashant Basnet</cp:lastModifiedBy>
  <cp:revision>1</cp:revision>
  <dcterms:created xsi:type="dcterms:W3CDTF">2025-10-11T13:37:53Z</dcterms:created>
  <dcterms:modified xsi:type="dcterms:W3CDTF">2025-10-11T13:54:05Z</dcterms:modified>
</cp:coreProperties>
</file>